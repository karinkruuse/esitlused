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7982"/>
    <a:srgbClr val="D8DFE3"/>
    <a:srgbClr val="4C5960"/>
    <a:srgbClr val="7D858C"/>
    <a:srgbClr val="2E363A"/>
    <a:srgbClr val="F6F8FA"/>
    <a:srgbClr val="A8B7BF"/>
    <a:srgbClr val="EFF1F3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4" autoAdjust="0"/>
    <p:restoredTop sz="83622" autoAdjust="0"/>
  </p:normalViewPr>
  <p:slideViewPr>
    <p:cSldViewPr snapToGrid="0">
      <p:cViewPr varScale="1">
        <p:scale>
          <a:sx n="137" d="100"/>
          <a:sy n="137" d="100"/>
        </p:scale>
        <p:origin x="11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10" Type="http://schemas.microsoft.com/office/2018/10/relationships/authors" Target="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18.09.2025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18.09.2025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18.09.2025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18.09.2025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18.09.2025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18.09.2025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18.09.2025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18.09.2025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18.09.2025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18.09.2025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18.09.2025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18.09.2025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5958452-E37F-4254-820F-31B25807A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484" y="1270015"/>
            <a:ext cx="6410837" cy="46318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52603F-F808-43FF-B812-C17E5CEA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Vacuum Tank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90063-910B-40B8-98D9-E214231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18.09.2025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4D55A-7E80-4713-862F-2AC3D4D96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1746D-3571-4DE9-9B56-F2133D118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7C8C37C-5791-43AE-B00A-AEB2A464FF01}"/>
              </a:ext>
            </a:extLst>
          </p:cNvPr>
          <p:cNvSpPr txBox="1">
            <a:spLocks/>
          </p:cNvSpPr>
          <p:nvPr/>
        </p:nvSpPr>
        <p:spPr>
          <a:xfrm>
            <a:off x="224442" y="1161756"/>
            <a:ext cx="8158331" cy="4365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9A70595-CD54-4F0F-A79D-4A2B18F6E5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1161756"/>
            <a:ext cx="5871558" cy="436542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The tank is going to cost around 15k</a:t>
            </a:r>
          </a:p>
          <a:p>
            <a:pPr marL="0" indent="0">
              <a:buNone/>
            </a:pPr>
            <a:r>
              <a:rPr lang="en-US" dirty="0" err="1"/>
              <a:t>Pfiffer</a:t>
            </a:r>
            <a:r>
              <a:rPr lang="en-US" dirty="0"/>
              <a:t> and </a:t>
            </a:r>
            <a:r>
              <a:rPr lang="en-US" dirty="0" err="1"/>
              <a:t>Lesker</a:t>
            </a:r>
            <a:r>
              <a:rPr lang="en-US" dirty="0"/>
              <a:t> seem to have similar offers.</a:t>
            </a:r>
          </a:p>
          <a:p>
            <a:pPr marL="0" indent="0">
              <a:buNone/>
            </a:pPr>
            <a:r>
              <a:rPr lang="en-US" dirty="0"/>
              <a:t>	Together with the 4 viewports</a:t>
            </a:r>
          </a:p>
          <a:p>
            <a:pPr marL="0" indent="0">
              <a:buNone/>
            </a:pPr>
            <a:r>
              <a:rPr lang="en-US" dirty="0"/>
              <a:t>50 cm diameter, 50 cm height – about 100 L volume</a:t>
            </a:r>
          </a:p>
          <a:p>
            <a:pPr marL="0" indent="0">
              <a:buNone/>
            </a:pPr>
            <a:r>
              <a:rPr lang="en-US" dirty="0"/>
              <a:t>4 additional flanges: for pumps (DN63 CF), venting and the gauge (DN40 CF)</a:t>
            </a:r>
          </a:p>
          <a:p>
            <a:pPr marL="0" indent="0">
              <a:buNone/>
            </a:pPr>
            <a:r>
              <a:rPr lang="en-US" dirty="0"/>
              <a:t>Top plate would be ISO K 500 as it is easier to handle than a similar size CF.</a:t>
            </a:r>
          </a:p>
        </p:txBody>
      </p:sp>
    </p:spTree>
    <p:extLst>
      <p:ext uri="{BB962C8B-B14F-4D97-AF65-F5344CB8AC3E}">
        <p14:creationId xmlns:p14="http://schemas.microsoft.com/office/powerpoint/2010/main" val="2033019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5958452-E37F-4254-820F-31B25807A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484" y="1270015"/>
            <a:ext cx="6410837" cy="46318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52603F-F808-43FF-B812-C17E5CEA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Pumps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90063-910B-40B8-98D9-E214231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18.09.2025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4D55A-7E80-4713-862F-2AC3D4D96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1746D-3571-4DE9-9B56-F2133D118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7C8C37C-5791-43AE-B00A-AEB2A464FF01}"/>
              </a:ext>
            </a:extLst>
          </p:cNvPr>
          <p:cNvSpPr txBox="1">
            <a:spLocks/>
          </p:cNvSpPr>
          <p:nvPr/>
        </p:nvSpPr>
        <p:spPr>
          <a:xfrm>
            <a:off x="224442" y="1161756"/>
            <a:ext cx="8158331" cy="4365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9A70595-CD54-4F0F-A79D-4A2B18F6E5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1161756"/>
            <a:ext cx="5871558" cy="4365423"/>
          </a:xfrm>
        </p:spPr>
        <p:txBody>
          <a:bodyPr/>
          <a:lstStyle/>
          <a:p>
            <a:pPr marL="457200" indent="-457200">
              <a:buAutoNum type="arabicParenR"/>
            </a:pPr>
            <a:r>
              <a:rPr lang="en-US" dirty="0" err="1"/>
              <a:t>Leybold</a:t>
            </a:r>
            <a:r>
              <a:rPr lang="en-US" dirty="0"/>
              <a:t> Scroll pump</a:t>
            </a:r>
          </a:p>
          <a:p>
            <a:pPr marL="457200" indent="-457200">
              <a:buAutoNum type="arabicParenR"/>
            </a:pPr>
            <a:r>
              <a:rPr lang="en-US" dirty="0" err="1"/>
              <a:t>Leybold</a:t>
            </a:r>
            <a:r>
              <a:rPr lang="en-US" dirty="0"/>
              <a:t> Turbo pump – 90 L/s</a:t>
            </a:r>
          </a:p>
          <a:p>
            <a:pPr marL="457200" indent="-457200">
              <a:buAutoNum type="arabicParenR"/>
            </a:pPr>
            <a:r>
              <a:rPr lang="en-US" dirty="0"/>
              <a:t>Gamma Vacuum Ion Pump – 75 L/s</a:t>
            </a:r>
          </a:p>
          <a:p>
            <a:pPr marL="1051560" lvl="1" indent="-457200"/>
            <a:r>
              <a:rPr lang="en-US" dirty="0"/>
              <a:t>20 kg, needs additional support</a:t>
            </a:r>
          </a:p>
          <a:p>
            <a:pPr marL="1051560" lvl="1" indent="-4572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639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108</Words>
  <Application>Microsoft Office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Vacuum Tank</vt:lpstr>
      <vt:lpstr>The Pumps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202</cp:revision>
  <dcterms:created xsi:type="dcterms:W3CDTF">2023-08-26T08:59:13Z</dcterms:created>
  <dcterms:modified xsi:type="dcterms:W3CDTF">2025-09-18T15:53:31Z</dcterms:modified>
</cp:coreProperties>
</file>