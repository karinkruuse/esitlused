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11"/>
  </p:notesMasterIdLst>
  <p:sldIdLst>
    <p:sldId id="259" r:id="rId2"/>
    <p:sldId id="260" r:id="rId3"/>
    <p:sldId id="261" r:id="rId4"/>
    <p:sldId id="263" r:id="rId5"/>
    <p:sldId id="265" r:id="rId6"/>
    <p:sldId id="266" r:id="rId7"/>
    <p:sldId id="267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3"/>
    <a:srgbClr val="2E363A"/>
    <a:srgbClr val="A8B7BF"/>
    <a:srgbClr val="667982"/>
    <a:srgbClr val="4C5960"/>
    <a:srgbClr val="7D858C"/>
    <a:srgbClr val="F6F8FA"/>
    <a:srgbClr val="EFF1F3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4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192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07.11.2025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07.11.2025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07.11.2025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07.11.2025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07.11.2025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07.11.2025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07.11.2025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07.11.2025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07.11.2025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2603F-F808-43FF-B812-C17E5CEA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miniLISA</a:t>
            </a:r>
            <a:r>
              <a:rPr lang="en-US" dirty="0"/>
              <a:t> setup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90063-910B-40B8-98D9-E214231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4D55A-7E80-4713-862F-2AC3D4D9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746D-3571-4DE9-9B56-F2133D11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7C8C37C-5791-43AE-B00A-AEB2A464FF01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75343-F94E-4B20-90F4-2F48F27501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683"/>
          <a:stretch/>
        </p:blipFill>
        <p:spPr>
          <a:xfrm>
            <a:off x="3288196" y="520553"/>
            <a:ext cx="7270996" cy="60963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EEF9492-E1DE-4D27-A986-0FDF2F2607FA}"/>
              </a:ext>
            </a:extLst>
          </p:cNvPr>
          <p:cNvSpPr/>
          <p:nvPr/>
        </p:nvSpPr>
        <p:spPr>
          <a:xfrm>
            <a:off x="4892272" y="2687501"/>
            <a:ext cx="993308" cy="118361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01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Clock Signal Distribution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55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/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blipFill>
                <a:blip r:embed="rId4"/>
                <a:stretch>
                  <a:fillRect l="-4545" r="-4545"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/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blipFill>
                <a:blip r:embed="rId5"/>
                <a:stretch>
                  <a:fillRect l="-3974" r="-2649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8ADB6D-A485-4C0D-8F1B-1627F9F5F0C4}"/>
              </a:ext>
            </a:extLst>
          </p:cNvPr>
          <p:cNvSpPr txBox="1"/>
          <p:nvPr/>
        </p:nvSpPr>
        <p:spPr>
          <a:xfrm>
            <a:off x="9581519" y="3739999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13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right side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/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blipFill>
                <a:blip r:embed="rId6"/>
                <a:stretch>
                  <a:fillRect l="-2830" r="-1415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7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/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blipFill>
                <a:blip r:embed="rId8"/>
                <a:stretch>
                  <a:fillRect l="-3315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/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blipFill>
                <a:blip r:embed="rId9"/>
                <a:stretch>
                  <a:fillRect l="-3947" r="-1974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/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blipFill>
                <a:blip r:embed="rId10"/>
                <a:stretch>
                  <a:fillRect l="-3867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/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blipFill>
                <a:blip r:embed="rId11"/>
                <a:stretch>
                  <a:fillRect l="-3318" r="-1896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/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blipFill>
                <a:blip r:embed="rId12"/>
                <a:stretch>
                  <a:fillRect l="-3636" r="-1818" b="-125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/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𝟏𝟏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blipFill>
                <a:blip r:embed="rId13"/>
                <a:stretch>
                  <a:fillRect l="-3318" r="-1896" b="-145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073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miniLISA</a:t>
            </a:r>
            <a:r>
              <a:rPr lang="en-US" dirty="0"/>
              <a:t> version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Generator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570918" y="3530909"/>
            <a:ext cx="11480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 CLOCK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cxnSpLocks/>
            <a:stCxn id="17" idx="3"/>
            <a:endCxn id="45" idx="1"/>
          </p:cNvCxnSpPr>
          <p:nvPr/>
        </p:nvCxnSpPr>
        <p:spPr>
          <a:xfrm>
            <a:off x="4001076" y="3124780"/>
            <a:ext cx="4101655" cy="635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(Left-side)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22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47495C-E889-C33D-FE6E-36B6F145D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11491-8DAC-F9A2-DD6D-F3D5F8975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4FE2A-033C-64DD-0F86-2505B6540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F79BB5-2E66-2259-F09B-BE2781DE5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795" y="88034"/>
            <a:ext cx="119334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729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9F320-70E3-A2C2-2E3C-321FDCA36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A452A-92A1-FCC0-8693-F01395C8B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10A4E-B94C-4AEB-B8A8-87813803A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C4D3B1-EADB-E674-5FAF-1DD677EFA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6</a:t>
            </a:fld>
            <a:endParaRPr lang="et-EE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D63652-646E-6B2B-A4A8-C79B73941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795" y="88034"/>
            <a:ext cx="1193344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5E68E50-EFAD-1FA4-1011-50DCABD3627F}"/>
              </a:ext>
            </a:extLst>
          </p:cNvPr>
          <p:cNvSpPr/>
          <p:nvPr/>
        </p:nvSpPr>
        <p:spPr>
          <a:xfrm>
            <a:off x="2576515" y="616527"/>
            <a:ext cx="1344321" cy="1835728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704177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3AC39-4D13-C598-E7F2-713DBDF2F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t-EE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BAE43A56-8151-8C49-1D5C-B4A9BF584C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537011"/>
              </p:ext>
            </p:extLst>
          </p:nvPr>
        </p:nvGraphicFramePr>
        <p:xfrm>
          <a:off x="431656" y="2255703"/>
          <a:ext cx="10515597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99671">
                  <a:extLst>
                    <a:ext uri="{9D8B030D-6E8A-4147-A177-3AD203B41FA5}">
                      <a16:colId xmlns:a16="http://schemas.microsoft.com/office/drawing/2014/main" val="4192847850"/>
                    </a:ext>
                  </a:extLst>
                </a:gridCol>
                <a:gridCol w="2710727">
                  <a:extLst>
                    <a:ext uri="{9D8B030D-6E8A-4147-A177-3AD203B41FA5}">
                      <a16:colId xmlns:a16="http://schemas.microsoft.com/office/drawing/2014/main" val="207940950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5160136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Purpose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# of channels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Moku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(# </a:t>
                      </a:r>
                      <a:r>
                        <a:rPr lang="en-US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 channels)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199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PDH laser controls (Laser 1, Ref)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083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Sideband modulation (o(10MHz))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256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Phasemeter sampling clock (80 MHz)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6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Pilot tone (37.5 MHz)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034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PLL laser locks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Labs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026116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1AAAD-B72B-D52F-8B1A-802461F78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772C1-C538-0BB2-8525-2345950A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351CC-D976-3C95-EE2A-53BDE1F9D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7</a:t>
            </a:fld>
            <a:endParaRPr lang="et-E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8BA451-5BE9-FEE2-AB07-2CA808339A29}"/>
              </a:ext>
            </a:extLst>
          </p:cNvPr>
          <p:cNvSpPr txBox="1"/>
          <p:nvPr/>
        </p:nvSpPr>
        <p:spPr>
          <a:xfrm>
            <a:off x="491836" y="1524000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Moku and function generator output channels can potentially be covered with one Delta, 2 Pros and 2 Labs. (?)</a:t>
            </a:r>
            <a:endParaRPr lang="et-EE" sz="16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6C0809-17DD-897B-F16D-F0BA37E6AB5D}"/>
              </a:ext>
            </a:extLst>
          </p:cNvPr>
          <p:cNvSpPr txBox="1"/>
          <p:nvPr/>
        </p:nvSpPr>
        <p:spPr>
          <a:xfrm>
            <a:off x="568036" y="5021140"/>
            <a:ext cx="609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But this is assuming we have the ZCU phasemeters.</a:t>
            </a:r>
            <a:endParaRPr lang="et-EE" sz="16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935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987110-6B25-1DAC-D816-85BEF3611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E2B7505-9C58-C328-C6B9-6EC5AA4E7141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1F0B6D-BC62-9134-6D8A-9E58E79D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miniLISA</a:t>
            </a:r>
            <a:r>
              <a:rPr lang="en-US" dirty="0"/>
              <a:t>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C800A-3254-32A2-AF00-F9C1E6F0F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163DD-608E-4A51-C188-A396ACEFC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E1221-66AE-6356-2B8E-FC76471E2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8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A22B67D-D573-64D8-ECC5-C906D043E7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A9B9E5E-A8DE-5852-64ED-813357886E5E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Generator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D2B1A3-64E3-B529-374A-B1BBEFF5A3E6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39D8D9-F39D-AE39-84C5-DE8FAAFB0C31}"/>
              </a:ext>
            </a:extLst>
          </p:cNvPr>
          <p:cNvSpPr txBox="1"/>
          <p:nvPr/>
        </p:nvSpPr>
        <p:spPr>
          <a:xfrm>
            <a:off x="570918" y="3530909"/>
            <a:ext cx="11480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 CLOCK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8823952F-2131-8C30-726D-BBC5CB994F3B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1D753214-A460-490C-2011-B0605EB71DEB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81ABF5D6-18E1-AEC2-A9F4-033CF9DD1BBA}"/>
              </a:ext>
            </a:extLst>
          </p:cNvPr>
          <p:cNvCxnSpPr>
            <a:cxnSpLocks/>
            <a:stCxn id="17" idx="3"/>
            <a:endCxn id="45" idx="1"/>
          </p:cNvCxnSpPr>
          <p:nvPr/>
        </p:nvCxnSpPr>
        <p:spPr>
          <a:xfrm>
            <a:off x="4001076" y="3124780"/>
            <a:ext cx="4101655" cy="635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BE33605-CCAD-E6EF-1474-E8D1F996719D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A163AC-F442-E9D8-5B0E-FC49AC56504E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(Left-side)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86DAE7-10D4-F68B-821C-523FBA27CCBC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919051-5373-1886-DBE0-A53A78AC9035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9FF08A6-2FB6-F903-F481-868A052E9A21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4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0F328E-BC0C-301B-3926-C5A9BF4305E2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C11741B-7ED9-6F3E-523D-F22CC92BB5DA}"/>
                  </a:ext>
                </a:extLst>
              </p:cNvPr>
              <p:cNvSpPr txBox="1"/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𝑭𝑮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3F0F518-04B2-45FC-9688-09BAEBC1F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blipFill>
                <a:blip r:embed="rId5"/>
                <a:stretch>
                  <a:fillRect l="-5109" r="-2920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C662E42-C74D-BBF2-18D2-8012E8E83C60}"/>
              </a:ext>
            </a:extLst>
          </p:cNvPr>
          <p:cNvSpPr txBox="1"/>
          <p:nvPr/>
        </p:nvSpPr>
        <p:spPr>
          <a:xfrm>
            <a:off x="2009823" y="5022238"/>
            <a:ext cx="5103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function generators can be the DELTA and the two PROs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457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427B-EC2F-4D77-8F28-73403F59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Requirements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71C74-A605-4A56-B7DF-E149C02A2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937608"/>
            <a:ext cx="11430676" cy="599233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After the pilot tone correction, LISA PM measurements are in the time base of the pilot tone. This is to say, the pilot tone is the “ultimate” PM time reference. </a:t>
            </a:r>
          </a:p>
          <a:p>
            <a:pPr marL="0" indent="0">
              <a:buNone/>
            </a:pPr>
            <a:r>
              <a:rPr lang="en-US" dirty="0"/>
              <a:t>The pilot tone includes the timing jitters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dirty="0"/>
              <a:t>However, the sidebands include terms</a:t>
            </a:r>
          </a:p>
          <a:p>
            <a:endParaRPr lang="en-US" sz="800" dirty="0"/>
          </a:p>
          <a:p>
            <a:pPr marL="0" indent="0">
              <a:buNone/>
            </a:pPr>
            <a:r>
              <a:rPr lang="en-US" dirty="0"/>
              <a:t>So there are some requitements set on these paths (excluding EOM noise)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D8DFE3"/>
                </a:highlight>
              </a:rPr>
              <a:t>Our setup doesn’t seem to include similar sources though, so currently its not that relevant.</a:t>
            </a:r>
          </a:p>
          <a:p>
            <a:pPr marL="0" indent="0">
              <a:buNone/>
            </a:pP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1B9F9-3C4E-424C-A598-A7D08BD01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112F6-E106-47B0-A81C-1A179D17A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D1BD4-13D9-41B5-BA69-866A6E38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9</a:t>
            </a:fld>
            <a:endParaRPr lang="et-E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/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blipFill>
                <a:blip r:embed="rId2"/>
                <a:stretch>
                  <a:fillRect l="-541" r="-360" b="-1232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/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blipFill>
                <a:blip r:embed="rId3"/>
                <a:stretch>
                  <a:fillRect l="-246" r="-123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/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𝟏𝟎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𝒑𝒔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/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𝟓𝟎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𝒇𝒔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00360E2-4689-4A90-99F6-B330907E34F4}"/>
              </a:ext>
            </a:extLst>
          </p:cNvPr>
          <p:cNvSpPr txBox="1"/>
          <p:nvPr/>
        </p:nvSpPr>
        <p:spPr>
          <a:xfrm>
            <a:off x="2102656" y="3985633"/>
            <a:ext cx="18357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generation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A2C05C-0891-49C7-83E8-3910D2457370}"/>
              </a:ext>
            </a:extLst>
          </p:cNvPr>
          <p:cNvSpPr txBox="1"/>
          <p:nvPr/>
        </p:nvSpPr>
        <p:spPr>
          <a:xfrm>
            <a:off x="1493829" y="4458667"/>
            <a:ext cx="27478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vs PT (very important)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65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475</Words>
  <Application>Microsoft Office PowerPoint</Application>
  <PresentationFormat>Widescreen</PresentationFormat>
  <Paragraphs>140</Paragraphs>
  <Slides>9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 Math</vt:lpstr>
      <vt:lpstr>Office Theme</vt:lpstr>
      <vt:lpstr>miniLISA setup</vt:lpstr>
      <vt:lpstr>LISA Clock Signal Distribution</vt:lpstr>
      <vt:lpstr>LISA Timing Jitters</vt:lpstr>
      <vt:lpstr>miniLISA version</vt:lpstr>
      <vt:lpstr>PowerPoint Presentation</vt:lpstr>
      <vt:lpstr>PowerPoint Presentation</vt:lpstr>
      <vt:lpstr>PowerPoint Presentation</vt:lpstr>
      <vt:lpstr>miniLISA Timing Jitters</vt:lpstr>
      <vt:lpstr>About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227</cp:revision>
  <dcterms:created xsi:type="dcterms:W3CDTF">2023-08-26T08:59:13Z</dcterms:created>
  <dcterms:modified xsi:type="dcterms:W3CDTF">2025-11-07T09:32:14Z</dcterms:modified>
</cp:coreProperties>
</file>