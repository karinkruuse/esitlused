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7"/>
  </p:notesMasterIdLst>
  <p:sldIdLst>
    <p:sldId id="259" r:id="rId2"/>
    <p:sldId id="260" r:id="rId3"/>
    <p:sldId id="261" r:id="rId4"/>
    <p:sldId id="263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3"/>
    <a:srgbClr val="2E363A"/>
    <a:srgbClr val="A8B7BF"/>
    <a:srgbClr val="667982"/>
    <a:srgbClr val="4C5960"/>
    <a:srgbClr val="7D858C"/>
    <a:srgbClr val="F6F8FA"/>
    <a:srgbClr val="EFF1F3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4" autoAdjust="0"/>
    <p:restoredTop sz="83622" autoAdjust="0"/>
  </p:normalViewPr>
  <p:slideViewPr>
    <p:cSldViewPr snapToGrid="0">
      <p:cViewPr varScale="1">
        <p:scale>
          <a:sx n="137" d="100"/>
          <a:sy n="137" d="100"/>
        </p:scale>
        <p:origin x="1192" y="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28.10.2025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28.10.2025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28.10.2025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28.10.2025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28.10.2025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28.10.2025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28.10.2025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28.10.2025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28.10.2025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28.10.2025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28.10.2025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28.10.2025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2603F-F808-43FF-B812-C17E5CEA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miniLISA</a:t>
            </a:r>
            <a:r>
              <a:rPr lang="en-US" dirty="0"/>
              <a:t> setup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90063-910B-40B8-98D9-E214231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28.10.2025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4D55A-7E80-4713-862F-2AC3D4D9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1746D-3571-4DE9-9B56-F2133D118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7C8C37C-5791-43AE-B00A-AEB2A464FF01}"/>
              </a:ext>
            </a:extLst>
          </p:cNvPr>
          <p:cNvSpPr txBox="1">
            <a:spLocks/>
          </p:cNvSpPr>
          <p:nvPr/>
        </p:nvSpPr>
        <p:spPr>
          <a:xfrm>
            <a:off x="224442" y="1161756"/>
            <a:ext cx="8158331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75343-F94E-4B20-90F4-2F48F27501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683"/>
          <a:stretch/>
        </p:blipFill>
        <p:spPr>
          <a:xfrm>
            <a:off x="3288196" y="520553"/>
            <a:ext cx="7270996" cy="60963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EEF9492-E1DE-4D27-A986-0FDF2F2607FA}"/>
              </a:ext>
            </a:extLst>
          </p:cNvPr>
          <p:cNvSpPr/>
          <p:nvPr/>
        </p:nvSpPr>
        <p:spPr>
          <a:xfrm>
            <a:off x="4892272" y="2687501"/>
            <a:ext cx="993308" cy="118361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3019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Clock Signal Distribution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28.10.2025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552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28.10.2025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/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blipFill>
                <a:blip r:embed="rId4"/>
                <a:stretch>
                  <a:fillRect l="-4545" r="-4545"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/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blipFill>
                <a:blip r:embed="rId5"/>
                <a:stretch>
                  <a:fillRect l="-3974" r="-2649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8ADB6D-A485-4C0D-8F1B-1627F9F5F0C4}"/>
              </a:ext>
            </a:extLst>
          </p:cNvPr>
          <p:cNvSpPr txBox="1"/>
          <p:nvPr/>
        </p:nvSpPr>
        <p:spPr>
          <a:xfrm>
            <a:off x="9581519" y="3739999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13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right side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/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blipFill>
                <a:blip r:embed="rId6"/>
                <a:stretch>
                  <a:fillRect l="-2830" r="-1415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7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/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blipFill>
                <a:blip r:embed="rId8"/>
                <a:stretch>
                  <a:fillRect l="-3315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/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blipFill>
                <a:blip r:embed="rId9"/>
                <a:stretch>
                  <a:fillRect l="-3947" r="-1974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/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blipFill>
                <a:blip r:embed="rId10"/>
                <a:stretch>
                  <a:fillRect l="-3867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/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blipFill>
                <a:blip r:embed="rId11"/>
                <a:stretch>
                  <a:fillRect l="-3318" r="-1896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/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blipFill>
                <a:blip r:embed="rId12"/>
                <a:stretch>
                  <a:fillRect l="-3636" r="-1818" b="-125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/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𝟏𝟏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blipFill>
                <a:blip r:embed="rId13"/>
                <a:stretch>
                  <a:fillRect l="-3318" r="-1896" b="-1458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073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miniLISA</a:t>
            </a:r>
            <a:r>
              <a:rPr lang="en-US" dirty="0"/>
              <a:t>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28.10.2025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Generator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570918" y="3530909"/>
            <a:ext cx="11480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 CLOCK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cxnSpLocks/>
            <a:stCxn id="17" idx="3"/>
            <a:endCxn id="45" idx="1"/>
          </p:cNvCxnSpPr>
          <p:nvPr/>
        </p:nvCxnSpPr>
        <p:spPr>
          <a:xfrm>
            <a:off x="4001076" y="3124780"/>
            <a:ext cx="4101655" cy="635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(Left-side)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4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3F0F518-04B2-45FC-9688-09BAEBC1F934}"/>
                  </a:ext>
                </a:extLst>
              </p:cNvPr>
              <p:cNvSpPr txBox="1"/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𝑭𝑮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3F0F518-04B2-45FC-9688-09BAEBC1F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blipFill>
                <a:blip r:embed="rId5"/>
                <a:stretch>
                  <a:fillRect l="-5109" r="-2920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226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427B-EC2F-4D77-8F28-73403F59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Requirements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71C74-A605-4A56-B7DF-E149C02A2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937608"/>
            <a:ext cx="11430676" cy="599233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After the pilot tone correction, LISA PM measurements are in the time base of the pilot tone. This is to say, the pilot tone is the “ultimate” PM time reference. </a:t>
            </a:r>
          </a:p>
          <a:p>
            <a:pPr marL="0" indent="0">
              <a:buNone/>
            </a:pPr>
            <a:r>
              <a:rPr lang="en-US" dirty="0"/>
              <a:t>The pilot tone includes the timing jitters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dirty="0"/>
              <a:t>However, the sidebands include terms</a:t>
            </a:r>
          </a:p>
          <a:p>
            <a:endParaRPr lang="en-US" sz="800" dirty="0"/>
          </a:p>
          <a:p>
            <a:pPr marL="0" indent="0">
              <a:buNone/>
            </a:pPr>
            <a:r>
              <a:rPr lang="en-US" dirty="0"/>
              <a:t>So there are some requitements set on these paths (excluding EOM noise)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D8DFE3"/>
                </a:highlight>
              </a:rPr>
              <a:t>Our setup doesn’t seem to include similar sources though, so currently its not that relevant.</a:t>
            </a:r>
          </a:p>
          <a:p>
            <a:pPr marL="0" indent="0">
              <a:buNone/>
            </a:pP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1B9F9-3C4E-424C-A598-A7D08BD01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28.10.2025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112F6-E106-47B0-A81C-1A179D17A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D1BD4-13D9-41B5-BA69-866A6E38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/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blipFill>
                <a:blip r:embed="rId2"/>
                <a:stretch>
                  <a:fillRect l="-541" r="-360" b="-1232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/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blipFill>
                <a:blip r:embed="rId3"/>
                <a:stretch>
                  <a:fillRect l="-246" r="-123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/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𝟏𝟎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𝒑𝒔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/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𝟓𝟎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𝒇𝒔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00360E2-4689-4A90-99F6-B330907E34F4}"/>
              </a:ext>
            </a:extLst>
          </p:cNvPr>
          <p:cNvSpPr txBox="1"/>
          <p:nvPr/>
        </p:nvSpPr>
        <p:spPr>
          <a:xfrm>
            <a:off x="2102656" y="3985633"/>
            <a:ext cx="18357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generation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A2C05C-0891-49C7-83E8-3910D2457370}"/>
              </a:ext>
            </a:extLst>
          </p:cNvPr>
          <p:cNvSpPr txBox="1"/>
          <p:nvPr/>
        </p:nvSpPr>
        <p:spPr>
          <a:xfrm>
            <a:off x="1493829" y="4458667"/>
            <a:ext cx="27478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vs PT (very important)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65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310</Words>
  <Application>Microsoft Office PowerPoint</Application>
  <PresentationFormat>Widescreen</PresentationFormat>
  <Paragraphs>97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 Math</vt:lpstr>
      <vt:lpstr>Office Theme</vt:lpstr>
      <vt:lpstr>miniLISA setup</vt:lpstr>
      <vt:lpstr>LISA Clock Signal Distribution</vt:lpstr>
      <vt:lpstr>LISA Timing Jitters</vt:lpstr>
      <vt:lpstr>miniLISA Timing Jitters</vt:lpstr>
      <vt:lpstr>About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222</cp:revision>
  <dcterms:created xsi:type="dcterms:W3CDTF">2023-08-26T08:59:13Z</dcterms:created>
  <dcterms:modified xsi:type="dcterms:W3CDTF">2025-10-28T14:23:40Z</dcterms:modified>
</cp:coreProperties>
</file>