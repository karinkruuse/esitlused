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LID4096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6" autoAdjust="0"/>
    <p:restoredTop sz="94660"/>
  </p:normalViewPr>
  <p:slideViewPr>
    <p:cSldViewPr snapToGrid="0">
      <p:cViewPr varScale="1">
        <p:scale>
          <a:sx n="162" d="100"/>
          <a:sy n="162" d="100"/>
        </p:scale>
        <p:origin x="10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33251B-6F85-4FD4-A659-EF7A361769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ACEB99A-0E27-4732-8850-45B50F0E08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288FA4-1412-4CFC-95C5-1263E4EF8B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AC708-8679-4087-8782-D8E18C2C7901}" type="datetimeFigureOut">
              <a:rPr lang="LID4096" smtClean="0"/>
              <a:t>01/16/2026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CACA5E-086F-4560-8866-72BAF58109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B4D822-1D7A-47E2-8BA6-69AA76A89E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E8BAB-74DB-4EE3-A68D-817614BF25CA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1607477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0AB5B9-8DE5-47DD-9AC9-EA9802E53A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1838F4-32D6-4447-9909-29AAFF9439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486F36-3E54-461C-A05A-3FDE1725EA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AC708-8679-4087-8782-D8E18C2C7901}" type="datetimeFigureOut">
              <a:rPr lang="LID4096" smtClean="0"/>
              <a:t>01/16/2026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382602-E99B-436B-BF87-238B972B86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7D8B69-9849-4385-80E7-CA34D16268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E8BAB-74DB-4EE3-A68D-817614BF25CA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7021046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B445B7-161E-4802-801B-79D403F7ED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AB511C-A9BD-443D-A628-1BE99EAB19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A4440A-0F4C-4A9A-938A-07C5FBBB7B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AC708-8679-4087-8782-D8E18C2C7901}" type="datetimeFigureOut">
              <a:rPr lang="LID4096" smtClean="0"/>
              <a:t>01/16/2026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E3689A-E6E2-4719-8DC8-22AC879165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A4AFB9-B76A-4840-A570-5655039F6A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E8BAB-74DB-4EE3-A68D-817614BF25CA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9189568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F26C1F-5248-4CAA-87CA-F554C45B5E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66A015-DFB2-4025-BDA5-88894A05538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1F88FC3-46DA-4F63-B91F-99CB388C56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D6AB1A-EFA7-43B5-AD32-4445A89CAF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AC708-8679-4087-8782-D8E18C2C7901}" type="datetimeFigureOut">
              <a:rPr lang="LID4096" smtClean="0"/>
              <a:t>01/16/2026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871DFD-8DDA-4F68-A2AD-3E87A5567C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ADF08E-6864-448D-8ED6-13275C48E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E8BAB-74DB-4EE3-A68D-817614BF25CA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7043461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4D77B9-0156-4940-A5D8-9AB69F0D85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438382-9D5D-424A-92C3-C7964EBD57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00601F-3F7E-4935-A901-0202616F10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95C4E23-9DD0-4E9B-8408-8EF86D9BC0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CF049BF-A671-4D76-B6F1-EA07F08A270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71D5AB1-F222-4FCD-BECD-16BDF5B9B7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AC708-8679-4087-8782-D8E18C2C7901}" type="datetimeFigureOut">
              <a:rPr lang="LID4096" smtClean="0"/>
              <a:t>01/16/2026</a:t>
            </a:fld>
            <a:endParaRPr lang="LID4096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CEA9F07-CE00-4EDA-AAA4-4FA66C64B1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9683F39-AD6D-45D0-9CC6-2DBED7CE4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E8BAB-74DB-4EE3-A68D-817614BF25CA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8925512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893A65-47B5-43F4-B8BA-B233A060B4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74D2DF1-006D-4493-A4F9-C4DB0F7D56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AC708-8679-4087-8782-D8E18C2C7901}" type="datetimeFigureOut">
              <a:rPr lang="LID4096" smtClean="0"/>
              <a:t>01/16/2026</a:t>
            </a:fld>
            <a:endParaRPr lang="LID4096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EAD6F5B-37D7-4799-8DD6-7825428F2E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81D92E-B2D8-4937-9CDF-29846414A8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E8BAB-74DB-4EE3-A68D-817614BF25CA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7944712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1DD56D-D28C-4734-9375-CBF41E547F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AC708-8679-4087-8782-D8E18C2C7901}" type="datetimeFigureOut">
              <a:rPr lang="LID4096" smtClean="0"/>
              <a:t>01/16/2026</a:t>
            </a:fld>
            <a:endParaRPr lang="LID4096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B875C78-93B8-41F7-8F98-763068D7A8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BEA54B-271E-43FE-B1BF-6AB9C4645E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E8BAB-74DB-4EE3-A68D-817614BF25CA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555628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C097E9-A89C-45A4-8419-EBCCF046D9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3A3CE1-642E-4B24-A5B5-B867E69408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16ADD7-1052-4B41-848C-23B3FE97AD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6410E4-E7F7-4607-8851-453A2D6592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AC708-8679-4087-8782-D8E18C2C7901}" type="datetimeFigureOut">
              <a:rPr lang="LID4096" smtClean="0"/>
              <a:t>01/16/2026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66D522-6D8D-4A4F-9812-5F19B4C912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659011-9240-45DA-97F1-1F41BA6A59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E8BAB-74DB-4EE3-A68D-817614BF25CA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7006432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EC8F6B-C174-4DC6-8D04-10DFFBC0A7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1FDC4A1-0ED1-402C-97D2-F0588BBBA19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FE001A-CEE2-4306-A1E8-13DF89FA4C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D5D187-C677-44E5-B8A1-08547289A2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AC708-8679-4087-8782-D8E18C2C7901}" type="datetimeFigureOut">
              <a:rPr lang="LID4096" smtClean="0"/>
              <a:t>01/16/2026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45D502-A7C5-49A2-A5AF-562AE6B5A8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180AD5-6EE5-4362-B4CD-DEEE8BFAB5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E8BAB-74DB-4EE3-A68D-817614BF25CA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8597649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878D0-7FB8-4A37-8B00-E0E6C70FE3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02F82F-8A56-436B-9FAD-E9B76073C4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24D17D-5D48-4A7F-A727-1E0A1031D6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AC708-8679-4087-8782-D8E18C2C7901}" type="datetimeFigureOut">
              <a:rPr lang="LID4096" smtClean="0"/>
              <a:t>01/16/2026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0BC14D-25BC-4613-B2AD-84B36275A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AEAD1A-341D-4406-9D30-94A46B460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E8BAB-74DB-4EE3-A68D-817614BF25CA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9443149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342C882-1A2F-4FA2-834B-6C463F44E80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9A098C-3041-4A7F-AC54-BA4E8CA5BA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3CFAD5-27FC-4015-9191-3607FB9895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AC708-8679-4087-8782-D8E18C2C7901}" type="datetimeFigureOut">
              <a:rPr lang="LID4096" smtClean="0"/>
              <a:t>01/16/2026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1E0A2C-D1EB-4F9E-821C-2BD633D63C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8E1DB1-F243-4E00-8CA1-FF7AFA0FCC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E8BAB-74DB-4EE3-A68D-817614BF25CA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6568807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1D3A871-4E01-4B3C-B916-8F446AF4E3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027044-8FBF-4208-ADD2-647FB3463C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2E8A05-FDDE-4E5C-82A6-20EFDEEB01B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EAC708-8679-4087-8782-D8E18C2C7901}" type="datetimeFigureOut">
              <a:rPr lang="LID4096" smtClean="0"/>
              <a:t>01/16/2026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DC5298-861A-4E4C-A546-2737CF3388C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990DCB-37A8-4123-9A0B-AE24F94B3A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AE8BAB-74DB-4EE3-A68D-817614BF25CA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2323598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LID4096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AF31CF-0962-4327-B06A-B95A78BCB51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LISA TDI Testbed in Hannover</a:t>
            </a:r>
            <a:endParaRPr lang="LID4096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2F39832-4AB2-4803-9F17-6AB0F00A8F6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1425231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A2457E-B801-444B-AFA1-060032AA23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06574"/>
          </a:xfrm>
        </p:spPr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LISA vs Testbed arm link</a:t>
            </a:r>
            <a:endParaRPr lang="LID4096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985F610-CBC3-4E28-A14A-4799A76867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1635" y="1010095"/>
            <a:ext cx="8570993" cy="256946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813AAB61-AFC7-4175-8113-C88D322C0C1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1399" y="3291601"/>
            <a:ext cx="10265685" cy="3602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28270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83309B40-5255-4A2B-BFA6-25F4336149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06574"/>
          </a:xfrm>
        </p:spPr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Michelson X Testbed</a:t>
            </a:r>
            <a:endParaRPr lang="LID4096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6C1FD36-1BD8-401D-B878-72B56E3DF5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91132" y="965417"/>
            <a:ext cx="6886636" cy="5727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16307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83309B40-5255-4A2B-BFA6-25F4336149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6982" y="4305288"/>
            <a:ext cx="3694555" cy="806574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Transparent drawing</a:t>
            </a:r>
            <a:endParaRPr lang="LID4096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3C6D997-B315-445E-8F3D-0C0B5948A6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7748" y="-105162"/>
            <a:ext cx="8334251" cy="6931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71748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</Words>
  <Application>Microsoft Office PowerPoint</Application>
  <PresentationFormat>Widescreen</PresentationFormat>
  <Paragraphs>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LISA TDI Testbed in Hannover</vt:lpstr>
      <vt:lpstr>LISA vs Testbed arm link</vt:lpstr>
      <vt:lpstr>Michelson X Testbed</vt:lpstr>
      <vt:lpstr>Transparent drawing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LISA TDI Testbed in Hannover</dc:title>
  <dc:creator>kakruu</dc:creator>
  <cp:lastModifiedBy>kakruu</cp:lastModifiedBy>
  <cp:revision>2</cp:revision>
  <dcterms:created xsi:type="dcterms:W3CDTF">2026-01-16T11:11:30Z</dcterms:created>
  <dcterms:modified xsi:type="dcterms:W3CDTF">2026-01-16T11:24:54Z</dcterms:modified>
</cp:coreProperties>
</file>