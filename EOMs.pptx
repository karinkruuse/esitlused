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6"/>
  </p:notes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9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982"/>
    <a:srgbClr val="D8DFE3"/>
    <a:srgbClr val="4C5960"/>
    <a:srgbClr val="7D858C"/>
    <a:srgbClr val="2E363A"/>
    <a:srgbClr val="F6F8FA"/>
    <a:srgbClr val="A8B7BF"/>
    <a:srgbClr val="EFF1F3"/>
    <a:srgbClr val="262324"/>
    <a:srgbClr val="75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4" autoAdjust="0"/>
    <p:restoredTop sz="83622" autoAdjust="0"/>
  </p:normalViewPr>
  <p:slideViewPr>
    <p:cSldViewPr snapToGrid="0">
      <p:cViewPr varScale="1">
        <p:scale>
          <a:sx n="137" d="100"/>
          <a:sy n="137" d="100"/>
        </p:scale>
        <p:origin x="119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07.10.2025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E412FDE-1CFE-48F6-820F-9C443C301228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161756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2296B-3A94-4787-AA7D-8DC0AEE88FD4}" type="datetime1">
              <a:rPr lang="et-EE" smtClean="0"/>
              <a:t>07.10.2025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51C1-87AF-4EAC-9696-BB82432B7753}" type="datetime1">
              <a:rPr lang="et-EE" smtClean="0"/>
              <a:t>07.10.2025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E3B0-4572-4FE0-8E55-6746BFAADA96}" type="datetime1">
              <a:rPr lang="et-EE" smtClean="0"/>
              <a:t>07.10.2025</a:t>
            </a:fld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4D14-98D7-455C-9D0D-2863E0C0AA0D}" type="datetime1">
              <a:rPr lang="et-EE" smtClean="0"/>
              <a:t>07.10.2025</a:t>
            </a:fld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DBE-8AE5-4A6F-9E25-F62C693D8ED5}" type="datetime1">
              <a:rPr lang="et-EE" smtClean="0"/>
              <a:t>07.10.2025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51F9-97BE-4EFF-9934-D6DB8E40FF5E}" type="datetime1">
              <a:rPr lang="et-EE" smtClean="0"/>
              <a:t>07.10.2025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0CFC-214E-42F4-8B82-CC6D451BD70F}" type="datetime1">
              <a:rPr lang="et-EE" smtClean="0"/>
              <a:t>07.10.2025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8BF1-41C1-47B8-ACAE-F9884B88C63A}" type="datetime1">
              <a:rPr lang="et-EE" smtClean="0"/>
              <a:t>07.10.2025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7C7EEDD-722C-4F14-9239-A37AD281B51F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603F-F808-43FF-B812-C17E5CEA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miniLISA</a:t>
            </a:r>
            <a:r>
              <a:rPr lang="en-US" dirty="0"/>
              <a:t> setup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0063-910B-40B8-98D9-E2142313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4D55A-7E80-4713-862F-2AC3D4D9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746D-3571-4DE9-9B56-F2133D11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7C8C37C-5791-43AE-B00A-AEB2A464FF01}"/>
              </a:ext>
            </a:extLst>
          </p:cNvPr>
          <p:cNvSpPr txBox="1">
            <a:spLocks/>
          </p:cNvSpPr>
          <p:nvPr/>
        </p:nvSpPr>
        <p:spPr>
          <a:xfrm>
            <a:off x="224442" y="1161756"/>
            <a:ext cx="8158331" cy="4365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EBFF9A-6215-41C0-B179-042A0C14B194}"/>
              </a:ext>
            </a:extLst>
          </p:cNvPr>
          <p:cNvGrpSpPr/>
          <p:nvPr/>
        </p:nvGrpSpPr>
        <p:grpSpPr>
          <a:xfrm>
            <a:off x="4174746" y="578681"/>
            <a:ext cx="7546226" cy="6096378"/>
            <a:chOff x="2759051" y="625097"/>
            <a:chExt cx="7546226" cy="609637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4675343-F94E-4B20-90F4-2F48F27501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5683"/>
            <a:stretch/>
          </p:blipFill>
          <p:spPr>
            <a:xfrm>
              <a:off x="2759051" y="625097"/>
              <a:ext cx="7270996" cy="6096378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4DC210F-3714-4A1B-B7E6-C33BCB09DAB4}"/>
                </a:ext>
              </a:extLst>
            </p:cNvPr>
            <p:cNvSpPr/>
            <p:nvPr/>
          </p:nvSpPr>
          <p:spPr>
            <a:xfrm>
              <a:off x="4818006" y="2710709"/>
              <a:ext cx="510579" cy="51522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6AB5128-2692-4DC9-977F-720C91B4C7AF}"/>
                </a:ext>
              </a:extLst>
            </p:cNvPr>
            <p:cNvSpPr/>
            <p:nvPr/>
          </p:nvSpPr>
          <p:spPr>
            <a:xfrm>
              <a:off x="8210259" y="1688778"/>
              <a:ext cx="510579" cy="51522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86268E1-6524-432B-8EA2-F1B7FAB3117E}"/>
                </a:ext>
              </a:extLst>
            </p:cNvPr>
            <p:cNvSpPr/>
            <p:nvPr/>
          </p:nvSpPr>
          <p:spPr>
            <a:xfrm>
              <a:off x="8252034" y="4202982"/>
              <a:ext cx="510579" cy="51522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B3516A-3B85-4964-A02D-91F7B93E9AF1}"/>
                </a:ext>
              </a:extLst>
            </p:cNvPr>
            <p:cNvSpPr txBox="1"/>
            <p:nvPr/>
          </p:nvSpPr>
          <p:spPr>
            <a:xfrm>
              <a:off x="8252034" y="1327445"/>
              <a:ext cx="2053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highlight>
                    <a:srgbClr val="FF00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LISA-like EOMs</a:t>
              </a:r>
              <a:endParaRPr lang="LID4096" sz="1400" b="1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03EC22E-4026-41E2-9952-65B5585D29AA}"/>
              </a:ext>
            </a:extLst>
          </p:cNvPr>
          <p:cNvSpPr txBox="1"/>
          <p:nvPr/>
        </p:nvSpPr>
        <p:spPr>
          <a:xfrm>
            <a:off x="455701" y="1588806"/>
            <a:ext cx="39259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3 LISA-like EOMs are used to produce the sideband-sideband </a:t>
            </a:r>
            <a:r>
              <a:rPr lang="en-US" sz="1400" dirty="0" err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beatnotes</a:t>
            </a:r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separately have 2 EOMs for the phase modulation needed for the PDH locking.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1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D1DF-64AA-4053-A761-C5324C4D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ranges needed for the EOMs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4272E-D53F-42C6-813D-7FDD48FFE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LISA uses broadband fiber-coupled EOMs</a:t>
            </a:r>
          </a:p>
          <a:p>
            <a:pPr lvl="1"/>
            <a:r>
              <a:rPr lang="en-US" dirty="0"/>
              <a:t>GHz sidebands, PNR at MHz (?), data transfer at kHz (?)</a:t>
            </a:r>
          </a:p>
          <a:p>
            <a:r>
              <a:rPr lang="en-US" dirty="0" err="1"/>
              <a:t>miniLISA</a:t>
            </a:r>
            <a:endParaRPr lang="en-US" dirty="0"/>
          </a:p>
          <a:p>
            <a:pPr lvl="1"/>
            <a:r>
              <a:rPr lang="en-US" dirty="0"/>
              <a:t>MHz sidebands (for now ?)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0990-0975-4C8E-9596-42342164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5DC8A-2A68-4C82-9D06-1E7EC47C6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05D83-EE25-42A1-BDBD-0D2C32CA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4375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098FD8-70BE-4833-B22F-FD44690A3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4" y="4482727"/>
            <a:ext cx="1617606" cy="16176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9E4BE9-8E76-4703-AB9A-FCD25B35A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437" y="3966129"/>
            <a:ext cx="3534401" cy="2650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472D0-DA10-4EBA-A78D-52BF313A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Free-space vs fiber-coupled EOMs</a:t>
            </a:r>
            <a:endParaRPr lang="LID4096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4A2964F-B8A5-4F89-99A0-9AF471C8E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341223"/>
              </p:ext>
            </p:extLst>
          </p:nvPr>
        </p:nvGraphicFramePr>
        <p:xfrm>
          <a:off x="223838" y="1162050"/>
          <a:ext cx="11486980" cy="3403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99155">
                  <a:extLst>
                    <a:ext uri="{9D8B030D-6E8A-4147-A177-3AD203B41FA5}">
                      <a16:colId xmlns:a16="http://schemas.microsoft.com/office/drawing/2014/main" val="3763639448"/>
                    </a:ext>
                  </a:extLst>
                </a:gridCol>
                <a:gridCol w="3762770">
                  <a:extLst>
                    <a:ext uri="{9D8B030D-6E8A-4147-A177-3AD203B41FA5}">
                      <a16:colId xmlns:a16="http://schemas.microsoft.com/office/drawing/2014/main" val="1415516612"/>
                    </a:ext>
                  </a:extLst>
                </a:gridCol>
                <a:gridCol w="4425055">
                  <a:extLst>
                    <a:ext uri="{9D8B030D-6E8A-4147-A177-3AD203B41FA5}">
                      <a16:colId xmlns:a16="http://schemas.microsoft.com/office/drawing/2014/main" val="3934149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Free-space (broadband)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6679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Fiber-coupled (broadband)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6679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Verdict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667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058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fibers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Fiber noise?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Shouldn’t be a big difference hopefully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steering mirrors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Doesn’t need steering mirrors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 space needs more room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144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half wave voltage (needs amplifier)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half wave voltage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Free-space needs more room (and money?) 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69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 LISA-like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LISA-like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LISA-like in this regard isn’t that important for now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20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Jenoptik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EOM has been measured to be below LISA requirement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47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33103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21FD5-152F-4791-B50C-7CFEF7AB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02AA2-C858-4527-BD05-0D05F1E6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E242D-EB07-498C-ABF0-1D0DACA2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3</a:t>
            </a:fld>
            <a:endParaRPr lang="et-E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404F6E-B94C-4080-A562-47AD1787B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4231" r="93333">
                        <a14:foregroundMark x1="88974" y1="33333" x2="87949" y2="52564"/>
                        <a14:foregroundMark x1="8077" y1="29103" x2="7564" y2="42949"/>
                        <a14:foregroundMark x1="4231" y1="19487" x2="4231" y2="25769"/>
                        <a14:foregroundMark x1="92821" y1="52051" x2="93333" y2="593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6043" y="4905735"/>
            <a:ext cx="1840404" cy="18404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99F6F6-748C-49D7-9A16-B54FE1AF1CC5}"/>
              </a:ext>
            </a:extLst>
          </p:cNvPr>
          <p:cNvSpPr txBox="1"/>
          <p:nvPr/>
        </p:nvSpPr>
        <p:spPr>
          <a:xfrm>
            <a:off x="380457" y="4667778"/>
            <a:ext cx="1215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2.5K EUR</a:t>
            </a:r>
            <a:endParaRPr lang="LID4096" sz="1400" b="1" dirty="0"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E9F45-3040-4F56-921D-EE328E2E810A}"/>
              </a:ext>
            </a:extLst>
          </p:cNvPr>
          <p:cNvSpPr txBox="1"/>
          <p:nvPr/>
        </p:nvSpPr>
        <p:spPr>
          <a:xfrm>
            <a:off x="2278108" y="5291530"/>
            <a:ext cx="1215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2.5K EUR</a:t>
            </a:r>
            <a:endParaRPr lang="LID4096" sz="1400" b="1" dirty="0"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22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FCFD-F8B2-46C8-B567-A91DF4B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PDH EOMs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79EB5-791D-4903-9CD3-0762C2A6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Resonant EOMs should be fine, just need to decide on the frequencies</a:t>
            </a:r>
          </a:p>
          <a:p>
            <a:pPr lvl="1"/>
            <a:r>
              <a:rPr lang="en-US" dirty="0"/>
              <a:t>20 MHz?</a:t>
            </a:r>
          </a:p>
          <a:p>
            <a:r>
              <a:rPr lang="en-US" dirty="0"/>
              <a:t>Free-space should be fine here?</a:t>
            </a:r>
          </a:p>
          <a:p>
            <a:pPr lvl="1"/>
            <a:r>
              <a:rPr lang="en-US" dirty="0"/>
              <a:t>Even though it will take up a bit more room on the table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488F4-007C-467F-93E3-E9C3FF2E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944A6-4A85-4F3C-8A51-98565035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9D619-01F3-4C54-B20E-F088B799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4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72785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196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miniLISA setup</vt:lpstr>
      <vt:lpstr>Frequency ranges needed for the EOMs</vt:lpstr>
      <vt:lpstr>Free-space vs fiber-coupled EOMs</vt:lpstr>
      <vt:lpstr>PDH EOMs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211</cp:revision>
  <dcterms:created xsi:type="dcterms:W3CDTF">2023-08-26T08:59:13Z</dcterms:created>
  <dcterms:modified xsi:type="dcterms:W3CDTF">2025-10-07T12:13:48Z</dcterms:modified>
</cp:coreProperties>
</file>