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8" r:id="rId1"/>
  </p:sldMasterIdLst>
  <p:notesMasterIdLst>
    <p:notesMasterId r:id="rId4"/>
  </p:notesMasterIdLst>
  <p:sldIdLst>
    <p:sldId id="263" r:id="rId2"/>
    <p:sldId id="264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19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F1F3"/>
    <a:srgbClr val="D8DFE3"/>
    <a:srgbClr val="2E363A"/>
    <a:srgbClr val="A8B7BF"/>
    <a:srgbClr val="667982"/>
    <a:srgbClr val="4C5960"/>
    <a:srgbClr val="7D858C"/>
    <a:srgbClr val="F6F8FA"/>
    <a:srgbClr val="262324"/>
    <a:srgbClr val="75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4" autoAdjust="0"/>
    <p:restoredTop sz="83622" autoAdjust="0"/>
  </p:normalViewPr>
  <p:slideViewPr>
    <p:cSldViewPr snapToGrid="0">
      <p:cViewPr varScale="1">
        <p:scale>
          <a:sx n="137" d="100"/>
          <a:sy n="137" d="100"/>
        </p:scale>
        <p:origin x="1192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10" Type="http://schemas.microsoft.com/office/2018/10/relationships/authors" Target="authors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07.08.2026</a:t>
            </a:fld>
            <a:endParaRPr lang="et-E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E412FDE-1CFE-48F6-820F-9C443C301228}" type="datetime1">
              <a:rPr lang="et-EE" smtClean="0"/>
              <a:t>07.08.2026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3" y="1161756"/>
            <a:ext cx="10515600" cy="4365423"/>
          </a:xfrm>
        </p:spPr>
        <p:txBody>
          <a:bodyPr/>
          <a:lstStyle>
            <a:lvl1pPr marL="91440">
              <a:defRPr sz="2400"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1CF8E31-244F-4A6A-A7D5-704B96C48AAE}" type="datetime1">
              <a:rPr lang="et-EE" smtClean="0"/>
              <a:t>07.08.2026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28.08.2023</a:t>
            </a:r>
            <a:endParaRPr lang="et-EE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2296B-3A94-4787-AA7D-8DC0AEE88FD4}" type="datetime1">
              <a:rPr lang="et-EE" smtClean="0"/>
              <a:t>07.08.2026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751C1-87AF-4EAC-9696-BB82432B7753}" type="datetime1">
              <a:rPr lang="et-EE" smtClean="0"/>
              <a:t>07.08.2026</a:t>
            </a:fld>
            <a:endParaRPr lang="et-E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3E3B0-4572-4FE0-8E55-6746BFAADA96}" type="datetime1">
              <a:rPr lang="et-EE" smtClean="0"/>
              <a:t>07.08.2026</a:t>
            </a:fld>
            <a:endParaRPr lang="et-E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4D14-98D7-455C-9D0D-2863E0C0AA0D}" type="datetime1">
              <a:rPr lang="et-EE" smtClean="0"/>
              <a:t>07.08.2026</a:t>
            </a:fld>
            <a:endParaRPr lang="et-E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7DBE-8AE5-4A6F-9E25-F62C693D8ED5}" type="datetime1">
              <a:rPr lang="et-EE" smtClean="0"/>
              <a:t>07.08.2026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3B51F9-97BE-4EFF-9934-D6DB8E40FF5E}" type="datetime1">
              <a:rPr lang="et-EE" smtClean="0"/>
              <a:t>07.08.2026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C0CFC-214E-42F4-8B82-CC6D451BD70F}" type="datetime1">
              <a:rPr lang="et-EE" smtClean="0"/>
              <a:t>07.08.2026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58BF1-41C1-47B8-ACAE-F9884B88C63A}" type="datetime1">
              <a:rPr lang="et-EE" smtClean="0"/>
              <a:t>07.08.2026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7C7EEDD-722C-4F14-9239-A37AD281B51F}" type="datetime1">
              <a:rPr lang="et-EE" smtClean="0"/>
              <a:t>07.08.2026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7D2DB-4734-4FE2-92F5-EC3CB1C3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1630266" cy="889462"/>
          </a:xfrm>
        </p:spPr>
        <p:txBody>
          <a:bodyPr/>
          <a:lstStyle/>
          <a:p>
            <a:r>
              <a:rPr lang="en-US" dirty="0"/>
              <a:t>Edits to the Delay Line </a:t>
            </a:r>
            <a:endParaRPr lang="LID4096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B535416-6DBF-491B-9C31-CD5185E683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22731" y="2146531"/>
            <a:ext cx="5728092" cy="3121212"/>
          </a:xfr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6D525-D8D3-4F2D-ABA3-107C02E7D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45C67C-4CA6-4A63-B4B3-FBE9F2775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</a:t>
            </a:fld>
            <a:endParaRPr lang="et-E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6E810A-4EBC-478E-AFBA-DE85470D0016}"/>
              </a:ext>
            </a:extLst>
          </p:cNvPr>
          <p:cNvSpPr txBox="1"/>
          <p:nvPr/>
        </p:nvSpPr>
        <p:spPr>
          <a:xfrm>
            <a:off x="394539" y="1905167"/>
            <a:ext cx="449309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Removed the packet generator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 the performance of the system does not change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learned in the process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the build time is shorter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1292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Baseline Measurement with a Sideband</a:t>
            </a:r>
            <a:endParaRPr lang="LID4096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179C300-1EE6-4525-9B34-3ED3048D88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51704" y="1469369"/>
            <a:ext cx="6985000" cy="436562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07.08.2026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2</a:t>
            </a:fld>
            <a:endParaRPr lang="et-E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969E64-F46C-4EEB-A2E9-444A2EE352DE}"/>
              </a:ext>
            </a:extLst>
          </p:cNvPr>
          <p:cNvSpPr txBox="1"/>
          <p:nvPr/>
        </p:nvSpPr>
        <p:spPr>
          <a:xfrm>
            <a:off x="394539" y="1905167"/>
            <a:ext cx="44930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Free running board clock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way of forming a “noise free” combination – baseline performance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Measured a delayed sideband that was generated in the signal source (</a:t>
            </a:r>
            <a:r>
              <a:rPr lang="en-US" sz="1400" dirty="0" err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Moku</a:t>
            </a: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Lab) using the boards own clock (CLK REF out)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6D5D7-06FA-4B07-916C-93463D98F759}"/>
              </a:ext>
            </a:extLst>
          </p:cNvPr>
          <p:cNvSpPr txBox="1"/>
          <p:nvPr/>
        </p:nvSpPr>
        <p:spPr>
          <a:xfrm>
            <a:off x="9413216" y="6015692"/>
            <a:ext cx="25806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Likely lobing from delay errors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D794D6-1A4A-4A2A-B5DF-3125BC831BE0}"/>
              </a:ext>
            </a:extLst>
          </p:cNvPr>
          <p:cNvCxnSpPr>
            <a:cxnSpLocks/>
          </p:cNvCxnSpPr>
          <p:nvPr/>
        </p:nvCxnSpPr>
        <p:spPr>
          <a:xfrm flipH="1" flipV="1">
            <a:off x="9371440" y="5161486"/>
            <a:ext cx="710168" cy="934186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56698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87</Words>
  <Application>Microsoft Office PowerPoint</Application>
  <PresentationFormat>Widescreen</PresentationFormat>
  <Paragraphs>16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Edits to the Delay Line </vt:lpstr>
      <vt:lpstr>New Baseline Measurement with a Sideband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kakruu</cp:lastModifiedBy>
  <cp:revision>233</cp:revision>
  <dcterms:created xsi:type="dcterms:W3CDTF">2023-08-26T08:59:13Z</dcterms:created>
  <dcterms:modified xsi:type="dcterms:W3CDTF">2026-08-07T08:05:19Z</dcterms:modified>
</cp:coreProperties>
</file>