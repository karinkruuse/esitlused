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7"/>
  </p:notesMasterIdLst>
  <p:sldIdLst>
    <p:sldId id="263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1F3"/>
    <a:srgbClr val="D8DFE3"/>
    <a:srgbClr val="2E363A"/>
    <a:srgbClr val="A8B7BF"/>
    <a:srgbClr val="667982"/>
    <a:srgbClr val="4C5960"/>
    <a:srgbClr val="7D858C"/>
    <a:srgbClr val="F6F8FA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3622" autoAdjust="0"/>
  </p:normalViewPr>
  <p:slideViewPr>
    <p:cSldViewPr snapToGrid="0">
      <p:cViewPr varScale="1">
        <p:scale>
          <a:sx n="137" d="100"/>
          <a:sy n="137" d="100"/>
        </p:scale>
        <p:origin x="11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13.08.2026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13.08.2026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13.08.2026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13.08.2026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13.08.2026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13.08.2026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13.08.2026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13.08.2026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13.08.2026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D2DB-4734-4FE2-92F5-EC3CB1C3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1630266" cy="889462"/>
          </a:xfrm>
        </p:spPr>
        <p:txBody>
          <a:bodyPr/>
          <a:lstStyle/>
          <a:p>
            <a:r>
              <a:rPr lang="en-US" dirty="0"/>
              <a:t>Edits to the Delay Line 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535416-6DBF-491B-9C31-CD5185E68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2731" y="2146531"/>
            <a:ext cx="5728092" cy="3121212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D525-D8D3-4F2D-ABA3-107C02E7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5C67C-4CA6-4A63-B4B3-FBE9F277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E810A-4EBC-478E-AFBA-DE85470D0016}"/>
              </a:ext>
            </a:extLst>
          </p:cNvPr>
          <p:cNvSpPr txBox="1"/>
          <p:nvPr/>
        </p:nvSpPr>
        <p:spPr>
          <a:xfrm>
            <a:off x="394539" y="1905167"/>
            <a:ext cx="44930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the packet generator</a:t>
            </a: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the performance of the system does not change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learned in the process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 build time is shorter</a:t>
            </a: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29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1FA5-6520-4CA9-9331-30A269AA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Baseline Measurement with a Sideband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79C300-1EE6-4525-9B34-3ED3048D8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1704" y="1469369"/>
            <a:ext cx="6985000" cy="43656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6381-EBAB-40C7-AF56-E1C17508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C2B13-FDDF-49C1-87EB-E43ACEA2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F28ED-94A0-4D65-83BA-30F264BA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69E64-F46C-4EEB-A2E9-444A2EE352DE}"/>
              </a:ext>
            </a:extLst>
          </p:cNvPr>
          <p:cNvSpPr txBox="1"/>
          <p:nvPr/>
        </p:nvSpPr>
        <p:spPr>
          <a:xfrm>
            <a:off x="394539" y="1905167"/>
            <a:ext cx="4493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 running board clock</a:t>
            </a: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way of forming a “noise free” combination – baseline performance</a:t>
            </a: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Measured a delayed sideband that was generated in the signal source (</a:t>
            </a:r>
            <a:r>
              <a:rPr lang="en-US" sz="1400" dirty="0" err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Moku</a:t>
            </a:r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Lab) using the boards own clock (CLK REF out)</a:t>
            </a: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D5D7-06FA-4B07-916C-93463D98F759}"/>
              </a:ext>
            </a:extLst>
          </p:cNvPr>
          <p:cNvSpPr txBox="1"/>
          <p:nvPr/>
        </p:nvSpPr>
        <p:spPr>
          <a:xfrm>
            <a:off x="9413216" y="6015692"/>
            <a:ext cx="2580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Likely lobing from delay errors</a:t>
            </a: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D794D6-1A4A-4A2A-B5DF-3125BC831BE0}"/>
              </a:ext>
            </a:extLst>
          </p:cNvPr>
          <p:cNvCxnSpPr>
            <a:cxnSpLocks/>
          </p:cNvCxnSpPr>
          <p:nvPr/>
        </p:nvCxnSpPr>
        <p:spPr>
          <a:xfrm flipH="1" flipV="1">
            <a:off x="9371440" y="5161486"/>
            <a:ext cx="710168" cy="9341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669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B33E41C-9BB2-41BC-AE5F-E09004407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868" y="2453767"/>
            <a:ext cx="6661063" cy="4163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31FA5-6520-4CA9-9331-30A269AA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Baseline Measurement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6381-EBAB-40C7-AF56-E1C17508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C2B13-FDDF-49C1-87EB-E43ACEA2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F28ED-94A0-4D65-83BA-30F264BA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EC9A051-BE6B-4C95-BC38-28DF859A0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445" y="1091637"/>
            <a:ext cx="7147575" cy="2983998"/>
          </a:xfrm>
        </p:spPr>
      </p:pic>
    </p:spTree>
    <p:extLst>
      <p:ext uri="{BB962C8B-B14F-4D97-AF65-F5344CB8AC3E}">
        <p14:creationId xmlns:p14="http://schemas.microsoft.com/office/powerpoint/2010/main" val="394299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451145-114B-4B73-93EE-C0E0BE52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46" y="5225872"/>
            <a:ext cx="6264070" cy="1102653"/>
          </a:xfrm>
          <a:prstGeom prst="rect">
            <a:avLst/>
          </a:prstGeom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2BF6F696-411A-4868-A0EA-DAD12B41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216" y="1977020"/>
            <a:ext cx="5928630" cy="3705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31FA5-6520-4CA9-9331-30A269AA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Baseline Measurement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6381-EBAB-40C7-AF56-E1C17508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C2B13-FDDF-49C1-87EB-E43ACEA2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F28ED-94A0-4D65-83BA-30F264BA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4</a:t>
            </a:fld>
            <a:endParaRPr lang="et-EE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EC9A051-BE6B-4C95-BC38-28DF859A0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/>
          <a:stretch/>
        </p:blipFill>
        <p:spPr>
          <a:xfrm>
            <a:off x="301848" y="845719"/>
            <a:ext cx="7147575" cy="298399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CF6C30-29FB-436C-8392-65EC53DA273B}"/>
              </a:ext>
            </a:extLst>
          </p:cNvPr>
          <p:cNvSpPr txBox="1"/>
          <p:nvPr/>
        </p:nvSpPr>
        <p:spPr>
          <a:xfrm>
            <a:off x="1095810" y="2942789"/>
            <a:ext cx="2942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SYS REF is limited to 300 MHz </a:t>
            </a:r>
            <a:endParaRPr lang="LID4096" sz="1400" dirty="0">
              <a:solidFill>
                <a:schemeClr val="bg1"/>
              </a:solidFill>
              <a:highlight>
                <a:srgbClr val="FF00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153150-3825-4E08-BEC4-A6590B0F7E40}"/>
              </a:ext>
            </a:extLst>
          </p:cNvPr>
          <p:cNvSpPr txBox="1"/>
          <p:nvPr/>
        </p:nvSpPr>
        <p:spPr>
          <a:xfrm>
            <a:off x="301848" y="4939145"/>
            <a:ext cx="2942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noise in the PM readout:</a:t>
            </a:r>
            <a:endParaRPr lang="LID4096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67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C634008-F1F3-4E67-8DFB-224F4075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977" y="2604367"/>
            <a:ext cx="6003174" cy="3751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31FA5-6520-4CA9-9331-30A269AA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Baseline Measurement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6381-EBAB-40C7-AF56-E1C17508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13.08.2026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C2B13-FDDF-49C1-87EB-E43ACEA2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F28ED-94A0-4D65-83BA-30F264BA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5</a:t>
            </a:fld>
            <a:endParaRPr lang="et-E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22F3C2-D969-4AAC-B234-8996C263C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130531"/>
            <a:ext cx="8028448" cy="2956566"/>
          </a:xfrm>
        </p:spPr>
      </p:pic>
    </p:spTree>
    <p:extLst>
      <p:ext uri="{BB962C8B-B14F-4D97-AF65-F5344CB8AC3E}">
        <p14:creationId xmlns:p14="http://schemas.microsoft.com/office/powerpoint/2010/main" val="284837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119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Edits to the Delay Line </vt:lpstr>
      <vt:lpstr>New Baseline Measurement with a Sideband</vt:lpstr>
      <vt:lpstr>Typical Baseline Measurement</vt:lpstr>
      <vt:lpstr>New Baseline Measurement</vt:lpstr>
      <vt:lpstr>New Baseline Measurement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238</cp:revision>
  <dcterms:created xsi:type="dcterms:W3CDTF">2023-08-26T08:59:13Z</dcterms:created>
  <dcterms:modified xsi:type="dcterms:W3CDTF">2026-08-13T18:52:37Z</dcterms:modified>
</cp:coreProperties>
</file>