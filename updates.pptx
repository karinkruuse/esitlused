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1"/>
  </p:sldMasterIdLst>
  <p:notesMasterIdLst>
    <p:notesMasterId r:id="rId10"/>
  </p:notesMasterIdLst>
  <p:sldIdLst>
    <p:sldId id="263" r:id="rId2"/>
    <p:sldId id="264" r:id="rId3"/>
    <p:sldId id="265" r:id="rId4"/>
    <p:sldId id="268" r:id="rId5"/>
    <p:sldId id="266" r:id="rId6"/>
    <p:sldId id="267" r:id="rId7"/>
    <p:sldId id="269" r:id="rId8"/>
    <p:sldId id="27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9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363A"/>
    <a:srgbClr val="EFF1F3"/>
    <a:srgbClr val="D8DFE3"/>
    <a:srgbClr val="A8B7BF"/>
    <a:srgbClr val="667982"/>
    <a:srgbClr val="4C5960"/>
    <a:srgbClr val="7D858C"/>
    <a:srgbClr val="F6F8FA"/>
    <a:srgbClr val="262324"/>
    <a:srgbClr val="75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67" autoAdjust="0"/>
    <p:restoredTop sz="83622" autoAdjust="0"/>
  </p:normalViewPr>
  <p:slideViewPr>
    <p:cSldViewPr snapToGrid="0">
      <p:cViewPr varScale="1">
        <p:scale>
          <a:sx n="135" d="100"/>
          <a:sy n="135" d="100"/>
        </p:scale>
        <p:origin x="1512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21.08.26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E412FDE-1CFE-48F6-820F-9C443C301228}" type="datetime1">
              <a:rPr lang="et-EE" smtClean="0"/>
              <a:t>21.08.26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161756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1CF8E31-244F-4A6A-A7D5-704B96C48AAE}" type="datetime1">
              <a:rPr lang="et-EE" smtClean="0"/>
              <a:t>21.08.26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2296B-3A94-4787-AA7D-8DC0AEE88FD4}" type="datetime1">
              <a:rPr lang="et-EE" smtClean="0"/>
              <a:t>21.08.26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751C1-87AF-4EAC-9696-BB82432B7753}" type="datetime1">
              <a:rPr lang="et-EE" smtClean="0"/>
              <a:t>21.08.26</a:t>
            </a:fld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3E3B0-4572-4FE0-8E55-6746BFAADA96}" type="datetime1">
              <a:rPr lang="et-EE" smtClean="0"/>
              <a:t>21.08.26</a:t>
            </a:fld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4D14-98D7-455C-9D0D-2863E0C0AA0D}" type="datetime1">
              <a:rPr lang="et-EE" smtClean="0"/>
              <a:t>21.08.26</a:t>
            </a:fld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7DBE-8AE5-4A6F-9E25-F62C693D8ED5}" type="datetime1">
              <a:rPr lang="et-EE" smtClean="0"/>
              <a:t>21.08.26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B51F9-97BE-4EFF-9934-D6DB8E40FF5E}" type="datetime1">
              <a:rPr lang="et-EE" smtClean="0"/>
              <a:t>21.08.26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C0CFC-214E-42F4-8B82-CC6D451BD70F}" type="datetime1">
              <a:rPr lang="et-EE" smtClean="0"/>
              <a:t>21.08.26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58BF1-41C1-47B8-ACAE-F9884B88C63A}" type="datetime1">
              <a:rPr lang="et-EE" smtClean="0"/>
              <a:t>21.08.26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7C7EEDD-722C-4F14-9239-A37AD281B51F}" type="datetime1">
              <a:rPr lang="et-EE" smtClean="0"/>
              <a:t>21.08.26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7D2DB-4734-4FE2-92F5-EC3CB1C3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1630266" cy="889462"/>
          </a:xfrm>
        </p:spPr>
        <p:txBody>
          <a:bodyPr/>
          <a:lstStyle/>
          <a:p>
            <a:r>
              <a:rPr lang="en-US" dirty="0"/>
              <a:t>Edits to the Delay Line </a:t>
            </a:r>
            <a:endParaRPr lang="LID4096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B535416-6DBF-491B-9C31-CD5185E683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22731" y="2146531"/>
            <a:ext cx="5728092" cy="3121212"/>
          </a:xfr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6D525-D8D3-4F2D-ABA3-107C02E7D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5C67C-4CA6-4A63-B4B3-FBE9F2775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E810A-4EBC-478E-AFBA-DE85470D0016}"/>
              </a:ext>
            </a:extLst>
          </p:cNvPr>
          <p:cNvSpPr txBox="1"/>
          <p:nvPr/>
        </p:nvSpPr>
        <p:spPr>
          <a:xfrm>
            <a:off x="394539" y="1905167"/>
            <a:ext cx="44930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Removed the packet generator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 the performance of the system does not change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learned in the process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the build time is shorter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1292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Baseline Measurement with a Sideband</a:t>
            </a:r>
            <a:endParaRPr lang="LID4096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179C300-1EE6-4525-9B34-3ED3048D88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51704" y="1469369"/>
            <a:ext cx="6985000" cy="436562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21.08.26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</a:t>
            </a:fld>
            <a:endParaRPr lang="et-E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969E64-F46C-4EEB-A2E9-444A2EE352DE}"/>
              </a:ext>
            </a:extLst>
          </p:cNvPr>
          <p:cNvSpPr txBox="1"/>
          <p:nvPr/>
        </p:nvSpPr>
        <p:spPr>
          <a:xfrm>
            <a:off x="394539" y="1905167"/>
            <a:ext cx="44930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Free running board clock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way of forming a “noise free” combination – baseline performance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Measured a delayed sideband that was generated in the signal source (</a:t>
            </a:r>
            <a:r>
              <a:rPr lang="en-US" sz="1400" dirty="0" err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Moku</a:t>
            </a: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Lab) using the boards own clock (CLK REF out)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6D5D7-06FA-4B07-916C-93463D98F759}"/>
              </a:ext>
            </a:extLst>
          </p:cNvPr>
          <p:cNvSpPr txBox="1"/>
          <p:nvPr/>
        </p:nvSpPr>
        <p:spPr>
          <a:xfrm>
            <a:off x="9413216" y="6015692"/>
            <a:ext cx="25806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Likely lobing from delay errors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D794D6-1A4A-4A2A-B5DF-3125BC831BE0}"/>
              </a:ext>
            </a:extLst>
          </p:cNvPr>
          <p:cNvCxnSpPr>
            <a:cxnSpLocks/>
          </p:cNvCxnSpPr>
          <p:nvPr/>
        </p:nvCxnSpPr>
        <p:spPr>
          <a:xfrm flipH="1" flipV="1">
            <a:off x="9371440" y="5161486"/>
            <a:ext cx="710168" cy="934186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5669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1082554" cy="889462"/>
          </a:xfrm>
        </p:spPr>
        <p:txBody>
          <a:bodyPr>
            <a:normAutofit fontScale="90000"/>
          </a:bodyPr>
          <a:lstStyle/>
          <a:p>
            <a:r>
              <a:rPr lang="en-US" dirty="0"/>
              <a:t>Context: we will likely need GHz modulation for LISA-like clock noise removal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21.08.26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3</a:t>
            </a:fld>
            <a:endParaRPr lang="et-EE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B757E07-BA21-4A73-9D08-C19961B6F7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03086" y="1769225"/>
            <a:ext cx="7825349" cy="2825156"/>
          </a:xfr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6C1A258-C3E0-41EE-9305-E78E57BC2FEB}"/>
              </a:ext>
            </a:extLst>
          </p:cNvPr>
          <p:cNvSpPr/>
          <p:nvPr/>
        </p:nvSpPr>
        <p:spPr>
          <a:xfrm>
            <a:off x="3355895" y="3673432"/>
            <a:ext cx="603411" cy="68231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2DFB99-5ED6-4512-B73E-D0113431F0FF}"/>
              </a:ext>
            </a:extLst>
          </p:cNvPr>
          <p:cNvSpPr txBox="1"/>
          <p:nvPr/>
        </p:nvSpPr>
        <p:spPr>
          <a:xfrm>
            <a:off x="2534326" y="4799439"/>
            <a:ext cx="32723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can get GHz SBs and still use the delay line with a 60 MHz ADC bandwidth by modulating the reference laser as well</a:t>
            </a:r>
            <a:endParaRPr lang="LID4096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6B7A0B-5670-4331-89EA-C4EBE76479BB}"/>
              </a:ext>
            </a:extLst>
          </p:cNvPr>
          <p:cNvSpPr txBox="1"/>
          <p:nvPr/>
        </p:nvSpPr>
        <p:spPr>
          <a:xfrm>
            <a:off x="5880164" y="4753272"/>
            <a:ext cx="32723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Question is, where do we get the modulating tone from?</a:t>
            </a:r>
            <a:endParaRPr lang="LID4096" sz="1400" dirty="0">
              <a:solidFill>
                <a:schemeClr val="bg1"/>
              </a:solidFill>
              <a:highlight>
                <a:srgbClr val="FF00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996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B33E41C-9BB2-41BC-AE5F-E090044074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22868" y="2453767"/>
            <a:ext cx="6661062" cy="41631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Context: Typical Baseline Measurement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21.08.26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4</a:t>
            </a:fld>
            <a:endParaRPr lang="et-EE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4EC9A051-BE6B-4C95-BC38-28DF859A0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9445" y="1091637"/>
            <a:ext cx="7147575" cy="2983998"/>
          </a:xfrm>
        </p:spPr>
      </p:pic>
    </p:spTree>
    <p:extLst>
      <p:ext uri="{BB962C8B-B14F-4D97-AF65-F5344CB8AC3E}">
        <p14:creationId xmlns:p14="http://schemas.microsoft.com/office/powerpoint/2010/main" val="2496338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7451145-114B-4B73-93EE-C0E0BE524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305" y="5341706"/>
            <a:ext cx="6264070" cy="1102653"/>
          </a:xfrm>
          <a:prstGeom prst="rect">
            <a:avLst/>
          </a:prstGeom>
        </p:spPr>
      </p:pic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2BF6F696-411A-4868-A0EA-DAD12B419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065" y="2148760"/>
            <a:ext cx="5928630" cy="3705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Baseline Measurement with SYS REF modulation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21.08.26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5</a:t>
            </a:fld>
            <a:endParaRPr lang="et-EE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4EC9A051-BE6B-4C95-BC38-28DF859A0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/>
          <a:stretch/>
        </p:blipFill>
        <p:spPr>
          <a:xfrm>
            <a:off x="-399038" y="759370"/>
            <a:ext cx="8464191" cy="3533664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CF6C30-29FB-436C-8392-65EC53DA273B}"/>
              </a:ext>
            </a:extLst>
          </p:cNvPr>
          <p:cNvSpPr txBox="1"/>
          <p:nvPr/>
        </p:nvSpPr>
        <p:spPr>
          <a:xfrm>
            <a:off x="890267" y="3675828"/>
            <a:ext cx="29427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SYS REF is limited to 375 MH</a:t>
            </a:r>
            <a:r>
              <a:rPr lang="et-EE" sz="1400" dirty="0">
                <a:solidFill>
                  <a:schemeClr val="bg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z</a:t>
            </a:r>
            <a:endParaRPr lang="LID4096" sz="1400" dirty="0">
              <a:solidFill>
                <a:schemeClr val="bg1"/>
              </a:solidFill>
              <a:highlight>
                <a:srgbClr val="FF00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153150-3825-4E08-BEC4-A6590B0F7E40}"/>
              </a:ext>
            </a:extLst>
          </p:cNvPr>
          <p:cNvSpPr txBox="1"/>
          <p:nvPr/>
        </p:nvSpPr>
        <p:spPr>
          <a:xfrm>
            <a:off x="314376" y="5101602"/>
            <a:ext cx="29427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Phase noise in the PM readout:</a:t>
            </a:r>
            <a:endParaRPr lang="LID4096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6679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C634008-F1F3-4E67-8DFB-224F4075DE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193977" y="2604367"/>
            <a:ext cx="6003173" cy="37519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Baseline Measurement with DDS modulation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21.08.26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6</a:t>
            </a:fld>
            <a:endParaRPr lang="et-EE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F22F3C2-D969-4AAC-B234-8996C263C5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570972" y="852032"/>
            <a:ext cx="9219144" cy="3395053"/>
          </a:xfrm>
        </p:spPr>
      </p:pic>
    </p:spTree>
    <p:extLst>
      <p:ext uri="{BB962C8B-B14F-4D97-AF65-F5344CB8AC3E}">
        <p14:creationId xmlns:p14="http://schemas.microsoft.com/office/powerpoint/2010/main" val="2848375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TDI1 Michelson X Combination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21.08.26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7</a:t>
            </a:fld>
            <a:endParaRPr lang="et-EE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FF0A102D-6000-4B13-94B4-7D29835C5D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-906200" y="789528"/>
            <a:ext cx="7334850" cy="5975933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C245DE2-320C-480F-8FCE-43F0DFCD86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34061" y="1779305"/>
            <a:ext cx="5712918" cy="35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8738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TDI1 Michelson X Combination with sidebands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21.08.26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8</a:t>
            </a:fld>
            <a:endParaRPr lang="et-EE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75A9C25C-0844-4EB9-800D-471F8841EF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47904" y="1603004"/>
            <a:ext cx="6985000" cy="4365625"/>
          </a:xfrm>
        </p:spPr>
      </p:pic>
    </p:spTree>
    <p:extLst>
      <p:ext uri="{BB962C8B-B14F-4D97-AF65-F5344CB8AC3E}">
        <p14:creationId xmlns:p14="http://schemas.microsoft.com/office/powerpoint/2010/main" val="2492546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27</TotalTime>
  <Words>195</Words>
  <Application>Microsoft Macintosh PowerPoint</Application>
  <PresentationFormat>Widescreen</PresentationFormat>
  <Paragraphs>44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Edits to the Delay Line </vt:lpstr>
      <vt:lpstr>New Baseline Measurement with a Sideband</vt:lpstr>
      <vt:lpstr>Context: we will likely need GHz modulation for LISA-like clock noise removal</vt:lpstr>
      <vt:lpstr>Context: Typical Baseline Measurement</vt:lpstr>
      <vt:lpstr>Baseline Measurement with SYS REF modulation</vt:lpstr>
      <vt:lpstr>Baseline Measurement with DDS modulation</vt:lpstr>
      <vt:lpstr>TDI1 Michelson X Combination</vt:lpstr>
      <vt:lpstr>TDI1 Michelson X Combination with sidebands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user</cp:lastModifiedBy>
  <cp:revision>247</cp:revision>
  <dcterms:created xsi:type="dcterms:W3CDTF">2023-08-26T08:59:13Z</dcterms:created>
  <dcterms:modified xsi:type="dcterms:W3CDTF">2026-08-21T08:59:27Z</dcterms:modified>
</cp:coreProperties>
</file>