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8" r:id="rId1"/>
  </p:sldMasterIdLst>
  <p:notesMasterIdLst>
    <p:notesMasterId r:id="rId10"/>
  </p:notesMasterIdLst>
  <p:sldIdLst>
    <p:sldId id="256" r:id="rId2"/>
    <p:sldId id="335" r:id="rId3"/>
    <p:sldId id="336" r:id="rId4"/>
    <p:sldId id="339" r:id="rId5"/>
    <p:sldId id="337" r:id="rId6"/>
    <p:sldId id="338" r:id="rId7"/>
    <p:sldId id="340" r:id="rId8"/>
    <p:sldId id="34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FE3481-4DC0-5320-5BA5-9DED241133D6}" name="Karin Kruuse" initials="KK" userId="S::kruuseka@ut.ee::9d3667ca-44b3-49ee-bafc-89fda7f076a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kruu" initials="k" lastIdx="20" clrIdx="0">
    <p:extLst>
      <p:ext uri="{19B8F6BF-5375-455C-9EA6-DF929625EA0E}">
        <p15:presenceInfo xmlns:p15="http://schemas.microsoft.com/office/powerpoint/2012/main" userId="kakru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DFE3"/>
    <a:srgbClr val="A8B7BF"/>
    <a:srgbClr val="667982"/>
    <a:srgbClr val="EFF1F3"/>
    <a:srgbClr val="FFFFFF"/>
    <a:srgbClr val="F6F8FA"/>
    <a:srgbClr val="7D858C"/>
    <a:srgbClr val="262324"/>
    <a:srgbClr val="757C80"/>
    <a:srgbClr val="4E5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34" autoAdjust="0"/>
    <p:restoredTop sz="83758" autoAdjust="0"/>
  </p:normalViewPr>
  <p:slideViewPr>
    <p:cSldViewPr snapToGrid="0">
      <p:cViewPr varScale="1">
        <p:scale>
          <a:sx n="137" d="100"/>
          <a:sy n="137" d="100"/>
        </p:scale>
        <p:origin x="912" y="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1B2D2-06A2-4596-9391-656CA05E965F}" type="datetimeFigureOut">
              <a:rPr lang="et-EE" smtClean="0"/>
              <a:t>04.02.2026</a:t>
            </a:fld>
            <a:endParaRPr lang="et-E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29CB-E484-4F61-9C3E-A471CEC4EF7E}" type="slidenum">
              <a:rPr lang="et-EE" smtClean="0"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74912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Hi! I’m Karin Kruuse. I’m a first year PhD student at the albert Einstein Institute in Hannover and I’ll be talking about the LISA testbed we are building there.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1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47334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68FBA-726D-2434-A624-0D90F392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52C87-543A-C50F-F5D5-A8E147E5C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23358-E8CF-64CF-C32E-487E3A372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51D3B-B880-91F1-E0E7-25AA06AF8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2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95848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306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682AAD6A-D6B3-4F62-992E-1265ED65C324}" type="datetime1">
              <a:rPr lang="et-EE" smtClean="0"/>
              <a:t>04.02.2026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Edoardo Amaldi Conference on Gravitational Waves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6329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600" b="1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442" y="1252452"/>
            <a:ext cx="11266517" cy="4396648"/>
          </a:xfrm>
        </p:spPr>
        <p:txBody>
          <a:bodyPr/>
          <a:lstStyle>
            <a:lvl1pPr marL="91440">
              <a:defRPr sz="2400"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4443" y="6356350"/>
            <a:ext cx="2743200" cy="365125"/>
          </a:xfrm>
        </p:spPr>
        <p:txBody>
          <a:bodyPr/>
          <a:lstStyle>
            <a:lvl1pPr>
              <a:defRPr>
                <a:solidFill>
                  <a:srgbClr val="A8B7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D466E9F-FD5B-4794-A366-7F5BC7FF44BF}" type="datetime1">
              <a:rPr lang="et-EE" smtClean="0"/>
              <a:t>04.02.2026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8B7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16th Edoardo Amaldi Conference on Gravitational Waves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A8B7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4673E4-6F19-91A9-2B4B-100F01856904}"/>
              </a:ext>
            </a:extLst>
          </p:cNvPr>
          <p:cNvCxnSpPr>
            <a:cxnSpLocks/>
          </p:cNvCxnSpPr>
          <p:nvPr userDrawn="1"/>
        </p:nvCxnSpPr>
        <p:spPr>
          <a:xfrm>
            <a:off x="224443" y="1130531"/>
            <a:ext cx="11662757" cy="0"/>
          </a:xfrm>
          <a:prstGeom prst="line">
            <a:avLst/>
          </a:prstGeom>
          <a:ln w="19050">
            <a:solidFill>
              <a:srgbClr val="6679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78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Edoardo Amaldi Conference on Gravitational Waves</a:t>
            </a:r>
            <a:endParaRPr lang="et-EE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CFE6F3-8EA7-20B6-44B8-4BBDC4361948}"/>
              </a:ext>
            </a:extLst>
          </p:cNvPr>
          <p:cNvSpPr txBox="1">
            <a:spLocks/>
          </p:cNvSpPr>
          <p:nvPr userDrawn="1"/>
        </p:nvSpPr>
        <p:spPr>
          <a:xfrm>
            <a:off x="376843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dirty="0"/>
              <a:t>28.08.2023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3BAF38B-E3FE-B466-B6EB-A14DD731454D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8332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B5BE-353A-431E-8370-704E4C3C64D0}" type="datetime1">
              <a:rPr lang="et-EE" smtClean="0"/>
              <a:t>04.02.2026</a:t>
            </a:fld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Edoardo Amaldi Conference on Gravitational Waves</a:t>
            </a:r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41807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294A8-9D06-456E-87A6-444F89B9C5F5}" type="datetime1">
              <a:rPr lang="et-EE" smtClean="0"/>
              <a:t>04.02.2026</a:t>
            </a:fld>
            <a:endParaRPr lang="et-E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Edoardo Amaldi Conference on Gravitational Waves</a:t>
            </a:r>
            <a:endParaRPr lang="et-E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9506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29635-9DF0-475F-9571-67168F97F2B2}" type="datetime1">
              <a:rPr lang="et-EE" smtClean="0"/>
              <a:t>04.02.2026</a:t>
            </a:fld>
            <a:endParaRPr lang="et-E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Edoardo Amaldi Conference on Gravitational Waves</a:t>
            </a:r>
            <a:endParaRPr lang="et-E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69F6E4-9020-7783-DE83-4C47CF31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200" b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4470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250AF-3239-4B34-9327-E4948731B8B3}" type="datetime1">
              <a:rPr lang="et-EE" smtClean="0"/>
              <a:t>04.02.2026</a:t>
            </a:fld>
            <a:endParaRPr lang="et-E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Edoardo Amaldi Conference on Gravitational Waves</a:t>
            </a:r>
            <a:endParaRPr lang="et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37463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AB7B-885A-428D-80F2-3C9806B810D3}" type="datetime1">
              <a:rPr lang="et-EE" smtClean="0"/>
              <a:t>04.02.2026</a:t>
            </a:fld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Edoardo Amaldi Conference on Gravitational Waves</a:t>
            </a:r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19250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A9E2A-7E51-4054-B8CC-CDEBC7265A0D}" type="datetime1">
              <a:rPr lang="et-EE" smtClean="0"/>
              <a:t>04.02.2026</a:t>
            </a:fld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Edoardo Amaldi Conference on Gravitational Waves</a:t>
            </a:r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58698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4C68-4A1A-476C-900A-793DAB324FFB}" type="datetime1">
              <a:rPr lang="et-EE" smtClean="0"/>
              <a:t>04.02.2026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Edoardo Amaldi Conference on Gravitational Waves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00048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B4D18-2FEA-45A5-81AD-A577A4AD34FC}" type="datetime1">
              <a:rPr lang="et-EE" smtClean="0"/>
              <a:t>04.02.2026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Edoardo Amaldi Conference on Gravitational Waves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89329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A459AB41-8CA6-4D35-A7DD-03877300C2CB}" type="datetime1">
              <a:rPr lang="et-EE" smtClean="0"/>
              <a:t>04.02.2026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16th Edoardo Amaldi Conference on Gravitational Waves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067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120F3F-ED94-5F04-CD7E-9282CDBF9CB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825378" y="0"/>
            <a:ext cx="3168501" cy="108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942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6798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2C0DE-565F-000C-3EEA-F6099D3D6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sz="4000" b="1" noProof="0" dirty="0">
                <a:latin typeface="Arial" panose="020B0604020202020204" pitchFamily="34" charset="0"/>
                <a:cs typeface="Arial" panose="020B0604020202020204" pitchFamily="34" charset="0"/>
              </a:rPr>
              <a:t>The Initial Noise Post-Processing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D6BFAB-E9D0-DE83-B9D8-ED08B20657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786026" cy="1655762"/>
          </a:xfrm>
        </p:spPr>
        <p:txBody>
          <a:bodyPr/>
          <a:lstStyle/>
          <a:p>
            <a:pPr algn="r"/>
            <a:r>
              <a:rPr lang="en-US" u="sng" noProof="0" dirty="0">
                <a:solidFill>
                  <a:srgbClr val="A8B7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Autor list</a:t>
            </a:r>
            <a:endParaRPr lang="en-US" noProof="0" dirty="0">
              <a:solidFill>
                <a:srgbClr val="A8B7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742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5"/>
    </mc:Choice>
    <mc:Fallback xmlns="">
      <p:transition spd="slow" advTm="224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826CC-5C4C-6BC9-4A21-0606D90A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1450-D693-CD5E-6007-4E033147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One-arm Phase Measurement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38460-C627-4D22-AEC7-03F0D8080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58DAF-61BF-BFA0-1DA9-12720B979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8598-2A85-425F-82DC-19CF11E36D60}" type="datetime1">
              <a:rPr lang="et-EE" smtClean="0"/>
              <a:t>04.02.2026</a:t>
            </a:fld>
            <a:endParaRPr lang="et-EE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E1C7CF8-FD6C-4030-F628-C7001402603B}"/>
              </a:ext>
            </a:extLst>
          </p:cNvPr>
          <p:cNvSpPr txBox="1">
            <a:spLocks/>
          </p:cNvSpPr>
          <p:nvPr/>
        </p:nvSpPr>
        <p:spPr>
          <a:xfrm>
            <a:off x="348620" y="1231301"/>
            <a:ext cx="11301513" cy="506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Bare-bones LISA arm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8BEBB3-C5E1-4460-A331-E510F6703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503" y="2144265"/>
            <a:ext cx="8570993" cy="256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9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047"/>
    </mc:Choice>
    <mc:Fallback xmlns="">
      <p:transition spd="slow" advTm="11304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5D690-F805-4D85-8B5C-FD6EB4F9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LISA </a:t>
            </a:r>
            <a:r>
              <a:rPr lang="en-US" dirty="0" err="1"/>
              <a:t>Beatnotes</a:t>
            </a:r>
            <a:r>
              <a:rPr lang="en-US" dirty="0"/>
              <a:t> at the PD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8DFF7-2C5D-4E96-88DA-09E1E128D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A27E5-9722-4ABE-8EF2-013BFD04F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6E9F-FD5B-4794-A366-7F5BC7FF44BF}" type="datetime1">
              <a:rPr lang="et-EE" smtClean="0"/>
              <a:t>04.02.2026</a:t>
            </a:fld>
            <a:endParaRPr lang="et-E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78C3B-90B0-4D98-8882-AACC6E2E0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3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51351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FC94C-56AE-468B-ACCC-F75D709D9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Processing in the PM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9F159-1089-4BD5-A7A8-975343B2F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Filtering</a:t>
            </a:r>
          </a:p>
          <a:p>
            <a:r>
              <a:rPr lang="en-US" dirty="0"/>
              <a:t>Decimation</a:t>
            </a:r>
          </a:p>
          <a:p>
            <a:endParaRPr lang="en-US" dirty="0"/>
          </a:p>
          <a:p>
            <a:r>
              <a:rPr lang="en-US" dirty="0"/>
              <a:t>Why are these needed?</a:t>
            </a:r>
          </a:p>
          <a:p>
            <a:r>
              <a:rPr lang="en-US" dirty="0"/>
              <a:t>Who are these implemented?</a:t>
            </a:r>
          </a:p>
          <a:p>
            <a:r>
              <a:rPr lang="en-US" dirty="0"/>
              <a:t>What effect these have?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94382-861D-4C04-84D6-5669D42B3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6E9F-FD5B-4794-A366-7F5BC7FF44BF}" type="datetime1">
              <a:rPr lang="et-EE" smtClean="0"/>
              <a:t>04.02.2026</a:t>
            </a:fld>
            <a:endParaRPr lang="et-E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83AFA-F8C7-4465-936B-B9F266696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4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164883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0A717-9CF3-454C-93EA-0AB799F4D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LISA Clock Synchronization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D830-3CDF-4F2B-9BFC-ADCAD0736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data is used?</a:t>
            </a:r>
          </a:p>
          <a:p>
            <a:r>
              <a:rPr lang="en-US" dirty="0"/>
              <a:t>What is done?</a:t>
            </a:r>
          </a:p>
          <a:p>
            <a:r>
              <a:rPr lang="en-US" dirty="0"/>
              <a:t>Why?</a:t>
            </a:r>
          </a:p>
          <a:p>
            <a:r>
              <a:rPr lang="en-US" dirty="0"/>
              <a:t>What is the effect?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B0012-0541-4C38-AE97-E018279F9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6E9F-FD5B-4794-A366-7F5BC7FF44BF}" type="datetime1">
              <a:rPr lang="et-EE" smtClean="0"/>
              <a:t>04.02.2026</a:t>
            </a:fld>
            <a:endParaRPr lang="et-E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F04165-FD2A-4B55-96DA-89E173DB7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5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905048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1DBEA-0109-4CFF-8F7F-79FCEA35C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 Conversion?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22FDE-01D3-4286-AFA2-FA07612F6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D2C87-2958-4B13-9034-C0B62AB0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6E9F-FD5B-4794-A366-7F5BC7FF44BF}" type="datetime1">
              <a:rPr lang="et-EE" smtClean="0"/>
              <a:t>04.02.2026</a:t>
            </a:fld>
            <a:endParaRPr lang="et-E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10F683-C9CC-4C0A-B272-BE05BDBE4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6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28706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95D72-FF7E-414A-91B0-1F0C9C65E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TDI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91175-2DE4-4A77-A0F4-59E84D95F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DAB9B-1951-453B-8F37-77AAA1D8D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6E9F-FD5B-4794-A366-7F5BC7FF44BF}" type="datetime1">
              <a:rPr lang="et-EE" smtClean="0"/>
              <a:t>04.02.2026</a:t>
            </a:fld>
            <a:endParaRPr lang="et-E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5B102-CA5E-4CBB-8132-565D89E78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7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759116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10197-BF04-4330-BFA0-EAB71815F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Jitter Removal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00990-A919-46DD-99B7-AE3615C15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F972A-0F7D-4945-9871-0CC04FFA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6E9F-FD5B-4794-A366-7F5BC7FF44BF}" type="datetime1">
              <a:rPr lang="et-EE" smtClean="0"/>
              <a:t>04.02.2026</a:t>
            </a:fld>
            <a:endParaRPr lang="et-E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AD223A-47C9-4257-A712-A49EBDE52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8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25856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400" dirty="0" smtClean="0">
            <a:solidFill>
              <a:srgbClr val="66798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114</Words>
  <Application>Microsoft Office PowerPoint</Application>
  <PresentationFormat>Widescreen</PresentationFormat>
  <Paragraphs>37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The Initial Noise Post-Processing Pipeline</vt:lpstr>
      <vt:lpstr>One-arm Phase Measurement</vt:lpstr>
      <vt:lpstr>LISA Beatnotes at the PD</vt:lpstr>
      <vt:lpstr>Data Processing in the PM</vt:lpstr>
      <vt:lpstr>LISA Clock Synchronization</vt:lpstr>
      <vt:lpstr>Frame Conversion?</vt:lpstr>
      <vt:lpstr>TDI</vt:lpstr>
      <vt:lpstr>Clock Jitter Removal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a Terramechanics-based Wheel-terrain Contact Model into a Multi-body Simulation Environment</dc:title>
  <dc:creator>Karin Kruuse</dc:creator>
  <cp:lastModifiedBy>kakruu</cp:lastModifiedBy>
  <cp:revision>218</cp:revision>
  <dcterms:created xsi:type="dcterms:W3CDTF">2023-08-26T08:59:13Z</dcterms:created>
  <dcterms:modified xsi:type="dcterms:W3CDTF">2026-02-04T13:39:38Z</dcterms:modified>
</cp:coreProperties>
</file>