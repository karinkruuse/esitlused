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9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982"/>
    <a:srgbClr val="D8DFE3"/>
    <a:srgbClr val="4C5960"/>
    <a:srgbClr val="7D858C"/>
    <a:srgbClr val="2E363A"/>
    <a:srgbClr val="F6F8FA"/>
    <a:srgbClr val="A8B7BF"/>
    <a:srgbClr val="EFF1F3"/>
    <a:srgbClr val="262324"/>
    <a:srgbClr val="75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4" autoAdjust="0"/>
    <p:restoredTop sz="94306" autoAdjust="0"/>
  </p:normalViewPr>
  <p:slideViewPr>
    <p:cSldViewPr snapToGrid="0">
      <p:cViewPr>
        <p:scale>
          <a:sx n="100" d="100"/>
          <a:sy n="100" d="100"/>
        </p:scale>
        <p:origin x="2608" y="1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06.05.2026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E412FDE-1CFE-48F6-820F-9C443C301228}" type="datetime1">
              <a:rPr lang="et-EE" smtClean="0"/>
              <a:t>06.05.2026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161756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1CF8E31-244F-4A6A-A7D5-704B96C48AAE}" type="datetime1">
              <a:rPr lang="et-EE" smtClean="0"/>
              <a:t>06.05.2026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2296B-3A94-4787-AA7D-8DC0AEE88FD4}" type="datetime1">
              <a:rPr lang="et-EE" smtClean="0"/>
              <a:t>06.05.2026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51C1-87AF-4EAC-9696-BB82432B7753}" type="datetime1">
              <a:rPr lang="et-EE" smtClean="0"/>
              <a:t>06.05.2026</a:t>
            </a:fld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E3B0-4572-4FE0-8E55-6746BFAADA96}" type="datetime1">
              <a:rPr lang="et-EE" smtClean="0"/>
              <a:t>06.05.2026</a:t>
            </a:fld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4D14-98D7-455C-9D0D-2863E0C0AA0D}" type="datetime1">
              <a:rPr lang="et-EE" smtClean="0"/>
              <a:t>06.05.2026</a:t>
            </a:fld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DBE-8AE5-4A6F-9E25-F62C693D8ED5}" type="datetime1">
              <a:rPr lang="et-EE" smtClean="0"/>
              <a:t>06.05.2026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51F9-97BE-4EFF-9934-D6DB8E40FF5E}" type="datetime1">
              <a:rPr lang="et-EE" smtClean="0"/>
              <a:t>06.05.2026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0CFC-214E-42F4-8B82-CC6D451BD70F}" type="datetime1">
              <a:rPr lang="et-EE" smtClean="0"/>
              <a:t>06.05.2026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8BF1-41C1-47B8-ACAE-F9884B88C63A}" type="datetime1">
              <a:rPr lang="et-EE" smtClean="0"/>
              <a:t>06.05.2026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7C7EEDD-722C-4F14-9239-A37AD281B51F}" type="datetime1">
              <a:rPr lang="et-EE" smtClean="0"/>
              <a:t>06.05.2026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90063-910B-40B8-98D9-E2142313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06.05.2026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4D55A-7E80-4713-862F-2AC3D4D9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746D-3571-4DE9-9B56-F2133D11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</a:t>
            </a:fld>
            <a:endParaRPr lang="et-EE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7C8C37C-5791-43AE-B00A-AEB2A464FF01}"/>
              </a:ext>
            </a:extLst>
          </p:cNvPr>
          <p:cNvSpPr txBox="1">
            <a:spLocks/>
          </p:cNvSpPr>
          <p:nvPr/>
        </p:nvSpPr>
        <p:spPr>
          <a:xfrm>
            <a:off x="224442" y="1161756"/>
            <a:ext cx="8158331" cy="4365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7F0FC1-391B-40FE-A99B-61AEB44872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681" t="8499" r="13496" b="6024"/>
          <a:stretch/>
        </p:blipFill>
        <p:spPr>
          <a:xfrm>
            <a:off x="0" y="1"/>
            <a:ext cx="3104262" cy="3429000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265F49-1C96-40AE-83EA-33D3272D94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78" t="4084" r="14470" b="4676"/>
          <a:stretch/>
        </p:blipFill>
        <p:spPr>
          <a:xfrm>
            <a:off x="64134" y="3429000"/>
            <a:ext cx="3124963" cy="345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181B06-4834-4FAD-8B44-F182C238C7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22" t="9078" r="7310" b="6384"/>
          <a:stretch/>
        </p:blipFill>
        <p:spPr>
          <a:xfrm>
            <a:off x="5378588" y="2585435"/>
            <a:ext cx="5295762" cy="41360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0777F5-9DC1-4AE1-A00C-3B0AFCAAA08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0022" b="3323"/>
          <a:stretch/>
        </p:blipFill>
        <p:spPr>
          <a:xfrm>
            <a:off x="7301618" y="136525"/>
            <a:ext cx="2688331" cy="271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19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kakruu</cp:lastModifiedBy>
  <cp:revision>204</cp:revision>
  <dcterms:created xsi:type="dcterms:W3CDTF">2023-08-26T08:59:13Z</dcterms:created>
  <dcterms:modified xsi:type="dcterms:W3CDTF">2026-05-06T11:58:48Z</dcterms:modified>
</cp:coreProperties>
</file>