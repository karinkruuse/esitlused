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19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1F3"/>
    <a:srgbClr val="D8DFE3"/>
    <a:srgbClr val="2E363A"/>
    <a:srgbClr val="A8B7BF"/>
    <a:srgbClr val="667982"/>
    <a:srgbClr val="4C5960"/>
    <a:srgbClr val="7D858C"/>
    <a:srgbClr val="F6F8FA"/>
    <a:srgbClr val="262324"/>
    <a:srgbClr val="75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4" autoAdjust="0"/>
    <p:restoredTop sz="83622" autoAdjust="0"/>
  </p:normalViewPr>
  <p:slideViewPr>
    <p:cSldViewPr snapToGrid="0">
      <p:cViewPr varScale="1">
        <p:scale>
          <a:sx n="137" d="100"/>
          <a:sy n="137" d="100"/>
        </p:scale>
        <p:origin x="119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13.02.2026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E412FDE-1CFE-48F6-820F-9C443C301228}" type="datetime1">
              <a:rPr lang="et-EE" smtClean="0"/>
              <a:t>13.02.2026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" y="1161756"/>
            <a:ext cx="10515600" cy="4365423"/>
          </a:xfrm>
        </p:spPr>
        <p:txBody>
          <a:bodyPr/>
          <a:lstStyle>
            <a:lvl1pPr marL="91440">
              <a:defRPr sz="2400"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1CF8E31-244F-4A6A-A7D5-704B96C48AAE}" type="datetime1">
              <a:rPr lang="et-EE" smtClean="0"/>
              <a:t>13.02.2026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/>
              <a:t>28.08.2023</a:t>
            </a:r>
            <a:endParaRPr lang="et-E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2296B-3A94-4787-AA7D-8DC0AEE88FD4}" type="datetime1">
              <a:rPr lang="et-EE" smtClean="0"/>
              <a:t>13.02.2026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751C1-87AF-4EAC-9696-BB82432B7753}" type="datetime1">
              <a:rPr lang="et-EE" smtClean="0"/>
              <a:t>13.02.2026</a:t>
            </a:fld>
            <a:endParaRPr lang="et-E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E3B0-4572-4FE0-8E55-6746BFAADA96}" type="datetime1">
              <a:rPr lang="et-EE" smtClean="0"/>
              <a:t>13.02.2026</a:t>
            </a:fld>
            <a:endParaRPr lang="et-E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4D14-98D7-455C-9D0D-2863E0C0AA0D}" type="datetime1">
              <a:rPr lang="et-EE" smtClean="0"/>
              <a:t>13.02.2026</a:t>
            </a:fld>
            <a:endParaRPr lang="et-E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DBE-8AE5-4A6F-9E25-F62C693D8ED5}" type="datetime1">
              <a:rPr lang="et-EE" smtClean="0"/>
              <a:t>13.02.2026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51F9-97BE-4EFF-9934-D6DB8E40FF5E}" type="datetime1">
              <a:rPr lang="et-EE" smtClean="0"/>
              <a:t>13.02.2026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0CFC-214E-42F4-8B82-CC6D451BD70F}" type="datetime1">
              <a:rPr lang="et-EE" smtClean="0"/>
              <a:t>13.02.2026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8BF1-41C1-47B8-ACAE-F9884B88C63A}" type="datetime1">
              <a:rPr lang="et-EE" smtClean="0"/>
              <a:t>13.02.2026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7C7EEDD-722C-4F14-9239-A37AD281B51F}" type="datetime1">
              <a:rPr lang="et-EE" smtClean="0"/>
              <a:t>13.02.2026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D2DB-4734-4FE2-92F5-EC3CB1C3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1630266" cy="889462"/>
          </a:xfrm>
        </p:spPr>
        <p:txBody>
          <a:bodyPr/>
          <a:lstStyle/>
          <a:p>
            <a:r>
              <a:rPr lang="en-US" dirty="0"/>
              <a:t>Free-space Resonant EOMs for PDH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35D5C-0C68-4B7E-B29C-637D4B0D1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Qubig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38785-B1A0-4545-B16F-9783B58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13.02.2026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6D525-D8D3-4F2D-ABA3-107C02E7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5C67C-4CA6-4A63-B4B3-FBE9F277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</a:t>
            </a:fld>
            <a:endParaRPr lang="et-E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D4416-66E9-4EB7-A666-B0EAE40B6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058" y="1095042"/>
            <a:ext cx="6233048" cy="42667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1315C5-A946-4366-A723-445D00FA2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194" y="4952945"/>
            <a:ext cx="6424442" cy="13269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5F5315-1BA6-41E8-98B0-F010A226C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623" y="1663396"/>
            <a:ext cx="642216" cy="6422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5A37DE-3CCB-4F79-B243-52677DFC9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623" y="3023359"/>
            <a:ext cx="642216" cy="6422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4C8A00-D154-443D-96E5-B02AF2237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9197" y="5501410"/>
            <a:ext cx="578148" cy="5781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4B25C0B-3806-4F8D-A6E2-02B19171EFB1}"/>
              </a:ext>
            </a:extLst>
          </p:cNvPr>
          <p:cNvSpPr txBox="1"/>
          <p:nvPr/>
        </p:nvSpPr>
        <p:spPr>
          <a:xfrm>
            <a:off x="2090376" y="4257938"/>
            <a:ext cx="877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LID4096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3D177-2ACA-41F5-A5EC-E62A00B41538}"/>
              </a:ext>
            </a:extLst>
          </p:cNvPr>
          <p:cNvSpPr txBox="1"/>
          <p:nvPr/>
        </p:nvSpPr>
        <p:spPr>
          <a:xfrm>
            <a:off x="7923409" y="4702486"/>
            <a:ext cx="3125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highlight>
                  <a:srgbClr val="EFF1F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They can provide a temp. controller</a:t>
            </a:r>
            <a:endParaRPr lang="LID4096" sz="1400" dirty="0">
              <a:solidFill>
                <a:srgbClr val="667982"/>
              </a:solidFill>
              <a:highlight>
                <a:srgbClr val="EFF1F3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292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Free-space Resonant EOMs for PDH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kakruu</cp:lastModifiedBy>
  <cp:revision>230</cp:revision>
  <dcterms:created xsi:type="dcterms:W3CDTF">2023-08-26T08:59:13Z</dcterms:created>
  <dcterms:modified xsi:type="dcterms:W3CDTF">2026-02-13T08:43:57Z</dcterms:modified>
</cp:coreProperties>
</file>