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"/>
  </p:sldMasterIdLst>
  <p:notesMasterIdLst>
    <p:notesMasterId r:id="rId5"/>
  </p:notes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9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982"/>
    <a:srgbClr val="D8DFE3"/>
    <a:srgbClr val="4C5960"/>
    <a:srgbClr val="7D858C"/>
    <a:srgbClr val="2E363A"/>
    <a:srgbClr val="F6F8FA"/>
    <a:srgbClr val="A8B7BF"/>
    <a:srgbClr val="EFF1F3"/>
    <a:srgbClr val="262324"/>
    <a:srgbClr val="75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4" autoAdjust="0"/>
    <p:restoredTop sz="83622" autoAdjust="0"/>
  </p:normalViewPr>
  <p:slideViewPr>
    <p:cSldViewPr snapToGrid="0">
      <p:cViewPr varScale="1">
        <p:scale>
          <a:sx n="135" d="100"/>
          <a:sy n="135" d="100"/>
        </p:scale>
        <p:origin x="128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04.09.2025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E412FDE-1CFE-48F6-820F-9C443C301228}" type="datetime1">
              <a:rPr lang="et-EE" smtClean="0"/>
              <a:t>04.09.2025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161756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1CF8E31-244F-4A6A-A7D5-704B96C48AAE}" type="datetime1">
              <a:rPr lang="et-EE" smtClean="0"/>
              <a:t>04.09.2025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2296B-3A94-4787-AA7D-8DC0AEE88FD4}" type="datetime1">
              <a:rPr lang="et-EE" smtClean="0"/>
              <a:t>04.09.2025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51C1-87AF-4EAC-9696-BB82432B7753}" type="datetime1">
              <a:rPr lang="et-EE" smtClean="0"/>
              <a:t>04.09.2025</a:t>
            </a:fld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E3B0-4572-4FE0-8E55-6746BFAADA96}" type="datetime1">
              <a:rPr lang="et-EE" smtClean="0"/>
              <a:t>04.09.2025</a:t>
            </a:fld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4D14-98D7-455C-9D0D-2863E0C0AA0D}" type="datetime1">
              <a:rPr lang="et-EE" smtClean="0"/>
              <a:t>04.09.2025</a:t>
            </a:fld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DBE-8AE5-4A6F-9E25-F62C693D8ED5}" type="datetime1">
              <a:rPr lang="et-EE" smtClean="0"/>
              <a:t>04.09.2025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51F9-97BE-4EFF-9934-D6DB8E40FF5E}" type="datetime1">
              <a:rPr lang="et-EE" smtClean="0"/>
              <a:t>04.09.2025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0CFC-214E-42F4-8B82-CC6D451BD70F}" type="datetime1">
              <a:rPr lang="et-EE" smtClean="0"/>
              <a:t>04.09.2025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8BF1-41C1-47B8-ACAE-F9884B88C63A}" type="datetime1">
              <a:rPr lang="et-EE" smtClean="0"/>
              <a:t>04.09.2025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7C7EEDD-722C-4F14-9239-A37AD281B51F}" type="datetime1">
              <a:rPr lang="et-EE" smtClean="0"/>
              <a:t>04.09.2025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2F9D3-B8B9-5667-E779-4A8FD487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E33973A-4DE4-4240-8781-0DEAC1A2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226" y="2813566"/>
            <a:ext cx="4493726" cy="37253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889C12-1ED8-E481-F2D6-165A1604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Cavities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F1BC8-41FD-F1B1-B9C0-8B2802B0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>
                <a:solidFill>
                  <a:srgbClr val="A8B7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t-EE" dirty="0">
              <a:solidFill>
                <a:srgbClr val="A8B7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E2E36-E43E-9DF4-20B7-5272595F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EE099-2A99-443B-9970-120A01131372}" type="datetime1">
              <a:rPr lang="et-EE" smtClean="0">
                <a:solidFill>
                  <a:srgbClr val="A8B7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04.09.2025</a:t>
            </a:fld>
            <a:endParaRPr lang="et-EE" dirty="0">
              <a:solidFill>
                <a:srgbClr val="A8B7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CD48D-A0EC-DAD7-C766-AE3B70AE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 dirty="0" err="1">
                <a:solidFill>
                  <a:srgbClr val="A8B7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Weekly</a:t>
            </a:r>
            <a:endParaRPr lang="et-EE" dirty="0">
              <a:solidFill>
                <a:srgbClr val="A8B7B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2E57FC-392D-4D15-8393-67B26091D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42" y="1161756"/>
            <a:ext cx="11142895" cy="4365423"/>
          </a:xfrm>
        </p:spPr>
        <p:txBody>
          <a:bodyPr/>
          <a:lstStyle/>
          <a:p>
            <a:pPr lvl="1"/>
            <a:r>
              <a:rPr lang="en-US" dirty="0"/>
              <a:t>Parallelism </a:t>
            </a:r>
            <a:r>
              <a:rPr lang="en-DE" dirty="0"/>
              <a:t>//&lt;5’</a:t>
            </a:r>
            <a:r>
              <a:rPr lang="en-US" dirty="0"/>
              <a:t> guaranteed – geometrically this should be approximately equivalent to a beam shift of about 3 to 4 spot sizes</a:t>
            </a:r>
          </a:p>
          <a:p>
            <a:pPr lvl="1"/>
            <a:r>
              <a:rPr lang="en-US" dirty="0"/>
              <a:t>I am unsure about the higher order </a:t>
            </a:r>
            <a:r>
              <a:rPr lang="en-US"/>
              <a:t>mode coupling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A50138-0F0B-E309-A516-CAA688BE6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86" y="2524097"/>
            <a:ext cx="7772400" cy="11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77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EF72B0-E583-42B0-A227-47AD1A17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721" y="3267739"/>
            <a:ext cx="4159836" cy="371076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95EDCFC-8485-4D78-B972-5AB089AC4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6121"/>
          <a:stretch/>
        </p:blipFill>
        <p:spPr>
          <a:xfrm>
            <a:off x="7828446" y="454427"/>
            <a:ext cx="3835327" cy="297457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52603F-F808-43FF-B812-C17E5CEA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Vacuum and Thermal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90063-910B-40B8-98D9-E2142313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04.09.2025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4D55A-7E80-4713-862F-2AC3D4D9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746D-3571-4DE9-9B56-F2133D11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2</a:t>
            </a:fld>
            <a:endParaRPr lang="et-EE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7C8C37C-5791-43AE-B00A-AEB2A464FF01}"/>
              </a:ext>
            </a:extLst>
          </p:cNvPr>
          <p:cNvSpPr txBox="1">
            <a:spLocks/>
          </p:cNvSpPr>
          <p:nvPr/>
        </p:nvSpPr>
        <p:spPr>
          <a:xfrm>
            <a:off x="224442" y="1161756"/>
            <a:ext cx="8158331" cy="4365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Philip designed a shield that can be assembled inside the vacuum tank.</a:t>
            </a:r>
          </a:p>
          <a:p>
            <a:pPr lvl="1"/>
            <a:r>
              <a:rPr lang="en-US" dirty="0"/>
              <a:t>Ceramic spheres as spacers between shields.</a:t>
            </a:r>
          </a:p>
          <a:p>
            <a:pPr lvl="1"/>
            <a:r>
              <a:rPr lang="en-US" dirty="0"/>
              <a:t>Possibility of adding pins for fixing them more in place.</a:t>
            </a:r>
          </a:p>
          <a:p>
            <a:r>
              <a:rPr lang="en-US" dirty="0"/>
              <a:t>Pfeiffer hasn’t gotten back to me yet (with their quote)</a:t>
            </a:r>
          </a:p>
          <a:p>
            <a:r>
              <a:rPr lang="en-US" dirty="0"/>
              <a:t>For pumps</a:t>
            </a:r>
          </a:p>
          <a:p>
            <a:pPr lvl="1"/>
            <a:r>
              <a:rPr lang="en-US" dirty="0" err="1"/>
              <a:t>Leybold</a:t>
            </a:r>
            <a:r>
              <a:rPr lang="en-US" dirty="0"/>
              <a:t> – turbo and scroll pump setup</a:t>
            </a:r>
          </a:p>
          <a:p>
            <a:pPr lvl="2"/>
            <a:r>
              <a:rPr lang="en-US" dirty="0"/>
              <a:t>Might it need a filter for the exhaust?</a:t>
            </a:r>
          </a:p>
        </p:txBody>
      </p:sp>
    </p:spTree>
    <p:extLst>
      <p:ext uri="{BB962C8B-B14F-4D97-AF65-F5344CB8AC3E}">
        <p14:creationId xmlns:p14="http://schemas.microsoft.com/office/powerpoint/2010/main" val="203301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FB3F4-E40F-4DC8-BF31-12B5B49B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room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8668-567E-4A31-83DD-5C04A8314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 ordered now</a:t>
            </a:r>
          </a:p>
          <a:p>
            <a:r>
              <a:rPr lang="en-US"/>
              <a:t>Room empty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06432-74F5-4E66-A125-7FF3BA98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04.09.2025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97F1-01F4-48CF-9E03-845634577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7AC76-3D14-4321-9FE7-27FFD543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3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0451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113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Cavities</vt:lpstr>
      <vt:lpstr>Vacuum and Thermal</vt:lpstr>
      <vt:lpstr>Lab room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kakruu</cp:lastModifiedBy>
  <cp:revision>199</cp:revision>
  <dcterms:created xsi:type="dcterms:W3CDTF">2023-08-26T08:59:13Z</dcterms:created>
  <dcterms:modified xsi:type="dcterms:W3CDTF">2025-09-04T10:35:52Z</dcterms:modified>
</cp:coreProperties>
</file>