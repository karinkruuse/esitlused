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6"/>
  </p:notesMasterIdLst>
  <p:sldIdLst>
    <p:sldId id="258" r:id="rId2"/>
    <p:sldId id="259" r:id="rId3"/>
    <p:sldId id="261" r:id="rId4"/>
    <p:sldId id="26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7982"/>
    <a:srgbClr val="D8DFE3"/>
    <a:srgbClr val="4C5960"/>
    <a:srgbClr val="7D858C"/>
    <a:srgbClr val="2E363A"/>
    <a:srgbClr val="F6F8FA"/>
    <a:srgbClr val="A8B7BF"/>
    <a:srgbClr val="EFF1F3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4" autoAdjust="0"/>
    <p:restoredTop sz="83622" autoAdjust="0"/>
  </p:normalViewPr>
  <p:slideViewPr>
    <p:cSldViewPr snapToGrid="0">
      <p:cViewPr varScale="1">
        <p:scale>
          <a:sx n="135" d="100"/>
          <a:sy n="135" d="100"/>
        </p:scale>
        <p:origin x="128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05.09.2025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05.09.2025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05.09.2025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05.09.2025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05.09.2025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05.09.2025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05.09.2025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05.09.2025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05.09.2025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05.09.2025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05.09.2025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05.09.2025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2F9D3-B8B9-5667-E779-4A8FD487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E33973A-4DE4-4240-8781-0DEAC1A20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274" y="2700626"/>
            <a:ext cx="4493726" cy="37253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889C12-1ED8-E481-F2D6-165A1604C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Cavities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F1BC8-41FD-F1B1-B9C0-8B2802B0F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>
                <a:solidFill>
                  <a:srgbClr val="A8B7BF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1</a:t>
            </a:fld>
            <a:endParaRPr lang="et-EE" dirty="0">
              <a:solidFill>
                <a:srgbClr val="A8B7B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E2E36-E43E-9DF4-20B7-5272595FC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EE099-2A99-443B-9970-120A01131372}" type="datetime1">
              <a:rPr lang="et-EE" smtClean="0">
                <a:solidFill>
                  <a:srgbClr val="A8B7B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05.09.2025</a:t>
            </a:fld>
            <a:endParaRPr lang="et-EE" dirty="0">
              <a:solidFill>
                <a:srgbClr val="A8B7B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CD48D-A0EC-DAD7-C766-AE3B70AEC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 dirty="0" err="1">
                <a:solidFill>
                  <a:srgbClr val="A8B7B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Weekly</a:t>
            </a:r>
            <a:endParaRPr lang="et-EE" dirty="0">
              <a:solidFill>
                <a:srgbClr val="A8B7B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2E57FC-392D-4D15-8393-67B26091D1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2" y="1161756"/>
            <a:ext cx="11142895" cy="4365423"/>
          </a:xfrm>
        </p:spPr>
        <p:txBody>
          <a:bodyPr/>
          <a:lstStyle/>
          <a:p>
            <a:pPr lvl="1"/>
            <a:r>
              <a:rPr lang="en-US" dirty="0"/>
              <a:t>Parallelism </a:t>
            </a:r>
            <a:r>
              <a:rPr lang="en-DE" dirty="0"/>
              <a:t>//&lt;5’</a:t>
            </a:r>
            <a:r>
              <a:rPr lang="en-US" dirty="0"/>
              <a:t> guaranteed – geometrically this should be approximately equivalent to a beam shift of about 3 to 4 spot sizes</a:t>
            </a:r>
          </a:p>
          <a:p>
            <a:pPr lvl="1"/>
            <a:r>
              <a:rPr lang="en-US" dirty="0"/>
              <a:t>Philip is helping to design the mounts.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5A50138-0F0B-E309-A516-CAA688BE6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27" y="3112320"/>
            <a:ext cx="7772400" cy="11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477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53F225F-0B85-4F7E-BA22-7A4AEE567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33" y="2613913"/>
            <a:ext cx="3745448" cy="37301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52603F-F808-43FF-B812-C17E5CEA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Vacuum Tank and Pumps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90063-910B-40B8-98D9-E214231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05.09.2025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4D55A-7E80-4713-862F-2AC3D4D9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746D-3571-4DE9-9B56-F2133D11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7C8C37C-5791-43AE-B00A-AEB2A464FF01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685642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Pfeiffer hasn’t gotten back to me yet (with their quote)</a:t>
            </a:r>
          </a:p>
          <a:p>
            <a:r>
              <a:rPr lang="en-US" dirty="0"/>
              <a:t>The plan for the top plate is to have a big </a:t>
            </a:r>
            <a:r>
              <a:rPr lang="en-US"/>
              <a:t>CF flange.</a:t>
            </a:r>
            <a:endParaRPr lang="en-US" dirty="0"/>
          </a:p>
          <a:p>
            <a:r>
              <a:rPr lang="en-US" dirty="0"/>
              <a:t>For pumps</a:t>
            </a:r>
          </a:p>
          <a:p>
            <a:pPr lvl="1"/>
            <a:r>
              <a:rPr lang="en-US" dirty="0" err="1"/>
              <a:t>Leybold</a:t>
            </a:r>
            <a:r>
              <a:rPr lang="en-US" dirty="0"/>
              <a:t> – turbo and scroll pump together 5k (SAP shop)</a:t>
            </a:r>
          </a:p>
          <a:p>
            <a:pPr lvl="1"/>
            <a:r>
              <a:rPr lang="en-US" dirty="0"/>
              <a:t>Waiting for quotes for ion pumps (Gamma Vacuum and Agilent)</a:t>
            </a:r>
          </a:p>
        </p:txBody>
      </p:sp>
    </p:spTree>
    <p:extLst>
      <p:ext uri="{BB962C8B-B14F-4D97-AF65-F5344CB8AC3E}">
        <p14:creationId xmlns:p14="http://schemas.microsoft.com/office/powerpoint/2010/main" val="2033019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D91EF39-3887-4559-B854-441FFF87A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5015" y="4487875"/>
            <a:ext cx="3670528" cy="2752896"/>
          </a:xfrm>
          <a:prstGeom prst="rect">
            <a:avLst/>
          </a:prstGeom>
        </p:spPr>
      </p:pic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0C08B5F6-9023-482B-ABA1-04036FBA3D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121"/>
          <a:stretch/>
        </p:blipFill>
        <p:spPr>
          <a:xfrm>
            <a:off x="8153400" y="136525"/>
            <a:ext cx="3835327" cy="29745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39EBDD-9EBD-4A8D-8CB9-3280A81CE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Shields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184E2-817F-4847-B058-F9C7A9361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Philip designed a shield that can be assembled inside the vacuum tank.</a:t>
            </a:r>
          </a:p>
          <a:p>
            <a:pPr lvl="1"/>
            <a:r>
              <a:rPr lang="en-US" dirty="0"/>
              <a:t>Ceramic spheres as spacers between shields.</a:t>
            </a:r>
          </a:p>
          <a:p>
            <a:pPr lvl="1"/>
            <a:r>
              <a:rPr lang="en-US" dirty="0"/>
              <a:t>Possibility of adding pins for fixing them more in place.</a:t>
            </a:r>
          </a:p>
          <a:p>
            <a:r>
              <a:rPr lang="en-US" dirty="0"/>
              <a:t>Can be polished</a:t>
            </a:r>
          </a:p>
          <a:p>
            <a:r>
              <a:rPr lang="en-US" dirty="0"/>
              <a:t>Top and bottom plates can be in one piece or in four if we might need to assemble them in the tank.</a:t>
            </a:r>
          </a:p>
          <a:p>
            <a:r>
              <a:rPr lang="en-US" dirty="0"/>
              <a:t>The thermal shield assembly will need supports/legs</a:t>
            </a:r>
          </a:p>
          <a:p>
            <a:pPr lvl="1"/>
            <a:r>
              <a:rPr lang="en-US" dirty="0"/>
              <a:t>These can be bought off the shelf, but Philip is also working on something for another group.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2D462-139B-4BBE-8E30-D07E52B91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05.09.2025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A93EA-B59C-4B41-BFE3-0DAD5FA50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75013-56EF-4A65-A111-97DB05C0C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24238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FB3F4-E40F-4DC8-BF31-12B5B49BB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room</a:t>
            </a:r>
            <a:endParaRPr lang="LID4096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40245A2-5917-45B0-8D1B-F2D04EBAAD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05682" y="2845669"/>
            <a:ext cx="3980446" cy="2996996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06432-74F5-4E66-A125-7FF3BA984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05.09.2025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97F1-01F4-48CF-9E03-845634577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37AC76-3D14-4321-9FE7-27FFD5436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DDA149F-801E-4E34-AD99-11716FFC5415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95E78DD-713B-490B-A161-FA77BD39727E}"/>
              </a:ext>
            </a:extLst>
          </p:cNvPr>
          <p:cNvSpPr txBox="1">
            <a:spLocks/>
          </p:cNvSpPr>
          <p:nvPr/>
        </p:nvSpPr>
        <p:spPr>
          <a:xfrm>
            <a:off x="376842" y="13141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table will be shipped on the 24</a:t>
            </a:r>
            <a:r>
              <a:rPr lang="en-US" baseline="30000" dirty="0"/>
              <a:t>th</a:t>
            </a:r>
            <a:r>
              <a:rPr lang="en-US" dirty="0"/>
              <a:t>.</a:t>
            </a:r>
          </a:p>
          <a:p>
            <a:r>
              <a:rPr lang="en-US" dirty="0"/>
              <a:t>Niko will take care of the interlock and laser safety wall 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4A14760-848F-4AC5-8D72-392476CFB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1390" y="2520248"/>
            <a:ext cx="4054929" cy="35206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042A994-5E49-4B1A-B306-9E89ED376239}"/>
              </a:ext>
            </a:extLst>
          </p:cNvPr>
          <p:cNvSpPr txBox="1"/>
          <p:nvPr/>
        </p:nvSpPr>
        <p:spPr>
          <a:xfrm>
            <a:off x="8022210" y="5871587"/>
            <a:ext cx="2710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room is empty.</a:t>
            </a:r>
          </a:p>
        </p:txBody>
      </p:sp>
    </p:spTree>
    <p:extLst>
      <p:ext uri="{BB962C8B-B14F-4D97-AF65-F5344CB8AC3E}">
        <p14:creationId xmlns:p14="http://schemas.microsoft.com/office/powerpoint/2010/main" val="3804512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214</Words>
  <Application>Microsoft Office PowerPoint</Application>
  <PresentationFormat>Widescreen</PresentationFormat>
  <Paragraphs>33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Cavities</vt:lpstr>
      <vt:lpstr>Vacuum Tank and Pumps</vt:lpstr>
      <vt:lpstr>Thermal Shields</vt:lpstr>
      <vt:lpstr>Lab room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202</cp:revision>
  <dcterms:created xsi:type="dcterms:W3CDTF">2023-08-26T08:59:13Z</dcterms:created>
  <dcterms:modified xsi:type="dcterms:W3CDTF">2025-09-05T08:26:32Z</dcterms:modified>
</cp:coreProperties>
</file>